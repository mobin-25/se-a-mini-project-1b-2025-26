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3" r:id="rId7"/>
    <p:sldId id="267" r:id="rId8"/>
    <p:sldId id="266" r:id="rId9"/>
    <p:sldId id="264" r:id="rId10"/>
    <p:sldId id="260" r:id="rId11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32" autoAdjust="0"/>
  </p:normalViewPr>
  <p:slideViewPr>
    <p:cSldViewPr>
      <p:cViewPr>
        <p:scale>
          <a:sx n="66" d="100"/>
          <a:sy n="66" d="100"/>
        </p:scale>
        <p:origin x="1738" y="44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0CF4B43D-491D-C602-328B-BE86EAF5DBC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C56148F-65FB-044B-8C44-C7CBDB651BB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1D322D-3766-A145-D6BB-F6171A7D53DA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A019D7-02E5-F6D4-BF2A-1F1DDF64EFF7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4BAD343-3D6E-A20F-2945-F78E83EA56EB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74D66CF-FF0E-7320-E865-02EFF7B9BC4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AB06AE92-0EA4-41ED-81D6-744C2943D14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5DBA7062-89AD-2D81-8953-6FC78873556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1CD7EE3-158C-47E5-96AE-72270A75B8A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4DF08256-9640-C4F4-AC8B-8C1D347C30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112CBC3E-CB02-98D8-0387-233280DBC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99FB8F62-7B9F-F6D6-8CD5-A0C27369885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B169F26-4CAC-4B4F-861B-78C14EBDF33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0A098328-091E-91B0-9BE8-C86187E37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BD358408-1710-E1C5-9B9B-2282FE106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A4C98480-88D4-E90A-08A3-97E134F67E4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5B39C6-6FCD-4F6B-A97F-99A26539BD0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273468E-1AA1-515A-5084-81893DFA43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97016F54-1CB3-BCF2-EEDA-79BF3D69CA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D4F95EA1-C54D-7E65-EDF2-47746E8E3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E9A0E8-9DBE-4F2E-9293-C880EC4568C1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BA65C93A-1213-AE9E-0072-9EEDB2A1F1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B150CD1D-C86F-4E2B-B837-F0AB211FC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3DA4F0A8-8195-6AE2-6CDF-9C9D204034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C4748F-BDE6-427E-8130-7511D06B447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0E48A7DC-9D37-ED2D-6CBE-F604E11344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1FD5B3B9-EC57-7D59-FEC1-F6800004F5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8DEED38D-07C7-9042-2B88-CA31CD072A5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8BB938E3-42CA-0EBF-43BC-C5448B5AE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66BA705E-A81A-E454-2973-5185663E7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EBA9C-036D-F205-5BFC-0A0327D2E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ABFEB39C-2729-CD2A-3CAD-51B63A25B1B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04F069-DEB4-42CB-B7E1-47DECD53D774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722B0976-B4D2-0EF2-8EE5-2E00B5262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00EF1E9-B9E5-95A6-22FA-6E02D72FB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2321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27F72E8F-5429-E3B1-28A2-EE7F67D19B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C55308-C5DF-4B1F-8D91-8FF4DAA9BB8C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IN" altLang="en-US" sz="1400"/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291BC7CD-6D5D-D320-D2A2-6C04675C5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441629B-DA2F-88E0-FBBF-2ECCD8520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A8674AD0-5474-29BB-7B8C-757F3C96F04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F338D95-8DE4-4A68-BADE-533208FDA45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B58B374C-E251-0C7D-38DD-6D183B441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CE06795-815E-DA87-4D52-3E7719DF11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29B7EC48-C292-087F-6165-D8FD7DD8B41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11A15D-6ECD-4F58-9A8D-5E8B577789E9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465C0E31-A753-C8E3-9ACF-65B399A30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A3AAD4F0-2EFF-B432-6F90-85997ACCE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0CC5FA9B-92FF-6571-5015-99067142E036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438B85C-240D-6F8E-40D8-AA14C906F7F0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CEBCCAE-1034-7CF0-C5A7-A18F0BD5910A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0E99566-D126-A023-B152-8FAD7C18CC24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15E0BC48-4228-EF9F-D223-7CF732D4BFC0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B5187955-AD4F-21F0-8808-5D89333FBD2F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8CC77338-27B2-AD72-A30A-CC1C2F1C161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CC8EEC60-8C25-C0AC-ED33-9C290543C144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5FC4C901-6318-5807-A07B-ACBCA487D3A5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005BD309-7DC7-8669-DBAD-2D7BC77DC0F7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5D7E130A-30D2-F28C-8A4F-CCF84B0406F5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2237F7FE-3F07-E3D4-5425-4541CD3AD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0C580-7A5E-4239-8C35-FAB77AA22417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2B72B78-B264-31EC-039C-307C71E4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E816140-843D-F9DC-93B9-2E05E4A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EE591-33F0-42BB-9A37-AB89FFB06B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6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12ED4-36E5-C1AE-AD43-70F2A2A20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3A7DE-4750-4C11-9F05-3613029CAB05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F137B-CA6D-3946-DE99-E5E2F72F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9285F-6314-4AAE-6C14-37643A6E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293C-7C1B-4305-A69E-CD38E704C4C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56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 anchor="t"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2B4-6FEA-7FB1-8F1B-2D574537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C6BA3-D9AC-4768-BCCE-547183ED1797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E2E1F-E914-3E82-64D9-27558A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92A16-D6FF-70D1-A45E-693A439E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A0245-4420-48AF-82B7-F41BCD9AE1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3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9B2FCCD-6481-9314-1F58-E44455AF7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589777-3761-4ABB-AD80-43ED748B6181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A4D042-713E-78DF-437A-6331EA1F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E9DA41-7B24-E28A-DC40-533B3EB2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50C24-A1B2-479C-814B-EB820F5D03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9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B8685F8-DB36-905A-8F89-6CDF9472D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D734F-24FF-4235-8C0A-E857C3C0C702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B614919-4465-19A6-9A1A-5A109896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E8DE678-29D2-D1A7-7EF2-22A12AEA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DAD67-7F11-4274-8BD9-4A37BB773B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2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D1A7A85-4E86-4F11-B11F-4EA08A08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3507-95E6-4E07-B3A2-6B77BC098802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400817D-CE06-59B4-7337-BE53B7D7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7EB165-95DC-A4FB-DC9B-C70BB4762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224733-E1B2-4603-9465-53CC0113A8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FAD9D1-ED4F-F9CC-B2C4-3A9C0C08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A81FB-6BD0-4B66-B5CB-D986B9FD3CA4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1AF7747-9CAC-F1F2-EF7F-022C39E8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6B1AC0-DE70-E725-4230-35EB3300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44F28-2D5B-45A3-B751-75B925E882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9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0890E1-D7CB-AB82-041E-FFE5B066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20C40-303D-4A58-BB13-0B8EB0D96378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5971D38-A6B9-6B6E-FF2A-CE08C5F2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A7DB83B-F2A2-97CA-B770-1CCBF302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F8F56-394A-487C-BC10-F674F5F425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7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A8040D-35F2-EB2C-5173-19F9E6C29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DE380-13A5-49F4-91C1-DE2B183D45CA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35E709-40AF-79BC-5466-0DD1D19CB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B5AA8F0-0214-1F34-0169-6ED2B61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E80D-4A11-4B62-84AB-69904779998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3621E-E96F-6B43-7475-33551F5B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7F801-482A-45F2-BBEF-65BFD9642D2D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EA397-EC7A-E1FD-ED16-E9307349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708A2-2628-84C8-BBD0-C7222996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F6BD0-C214-4B0F-87F5-E759BEAFE00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2C5822-92A2-3CF6-1CE5-3EA7435755BC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2D313-D9B9-5B68-8F85-D68C3ADF2C13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2E0F327-6810-0E39-34E9-ACD2C929BB1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56AEC-92FC-47C2-B6E9-97EC4F65250E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8F0138-1CB8-8247-06AA-44E27BDEA9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7D8874-3671-29A4-E39A-9623FDD4C8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58192-3E32-44D3-ADA0-5E69AB6109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96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AC4B2-1A6F-FCF7-33B9-CEA51677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08D5B-C39A-42F6-86C9-FEDBDD8F5721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516-BFB6-6DC2-4A53-7B286FB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98A6B-82BD-8C6D-CCB4-6CE842EF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F0474-CB59-4B74-B54D-1F0BD266B8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01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D9F188-BB2D-AAB2-A940-408F9AE6DE3A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1AB762-66B8-3D18-1AAE-75E9C050FEB4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1B54C07-0845-4CA2-6A48-E885E4F7D1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F37B7-7FBC-4C0D-8858-06A84CB693CA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0074F7-C52C-594D-8E2B-D16D38AA47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BE3002-6E74-A1A8-EB67-955554AC3A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C6D20-53E6-4644-B8CD-AA8231FF95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7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 anchor="t"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2B1E-1F95-464F-33D3-96F3D7742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38AAC-8FCB-4319-A461-142C43B4D60E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67DDD-0CAB-1E2F-62AF-246D7E1618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1195F-BCB3-F862-167B-E5B09EC391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CA985-1A41-45EA-B20F-DF1FA7F0FF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60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4E1B5-539F-9FDA-65F6-5AB4EF21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7FD09-8CB6-4885-981B-3A80A193AB26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BBFA4-0714-175E-4781-68B3E684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725E9-824C-7678-BB6C-43785CDA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5101A-67F0-4D6C-A22A-BB3D6C77D8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18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0CE46-24AF-247F-4C46-95367DCE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C5822-F83A-4B25-8294-BB2A574F69AE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BA84-5E17-7290-FE36-BDE039FE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BEAAE-201E-FA8D-3F40-32FD3D7B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27438-3211-48F5-A866-18CBE5D6CE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4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0041C1C2-6CE1-22FE-50F0-7E8C8B1787C7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3923620-3476-F0C8-AEAB-6E0724D96F5C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8DADA-3256-D599-EA25-D43B569C1683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5ABB60-EA20-8CD4-E642-BC25ACFF0CA3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9269243-E36C-06D0-A034-6ED193B357A1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0DFC9E6-36A8-67E0-D7E2-26F957248C9F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72480CC-123A-C9BD-5234-E9D9D6F933F6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20391A1-48B9-386A-FD18-1D3C10C42368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445C599-02C5-F4EF-4DC4-584228680EB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0E4C3B7-6627-8A9C-5D14-93C49874059E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A590F02-4941-4C2B-A375-F623F7461554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59072-A172-9DC9-07A6-D68385E6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14557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3F94B-C2D1-DD82-F519-EC6AD267A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3" y="2381250"/>
            <a:ext cx="6997700" cy="427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76110-F9BC-A0DD-B85E-387FADA40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7FD37E-979D-4339-848A-0400CD102A38}" type="datetimeFigureOut">
              <a:rPr lang="en-US"/>
              <a:pPr>
                <a:defRPr/>
              </a:pPr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C2C5-EC30-2703-D1A3-4475A7DBC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62FE7-60B9-AAC8-4061-3C756F3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 smtClean="0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C39031A6-9FF0-4F69-A41E-7A6EE1E60A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40" r:id="rId11"/>
    <p:sldLayoutId id="2147483735" r:id="rId12"/>
    <p:sldLayoutId id="2147483741" r:id="rId13"/>
    <p:sldLayoutId id="2147483736" r:id="rId14"/>
    <p:sldLayoutId id="2147483737" r:id="rId15"/>
    <p:sldLayoutId id="2147483738" r:id="rId16"/>
  </p:sldLayoutIdLst>
  <p:txStyles>
    <p:titleStyle>
      <a:lvl1pPr algn="l" defTabSz="503238" rtl="0" fontAlgn="base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fontAlgn="base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fontAlgn="base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78A6FC22-A96C-1885-C284-32806BC7A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Know Your Bite (KYB)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Ashish </a:t>
            </a:r>
            <a:r>
              <a:rPr lang="en-IN" alt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Marothia</a:t>
            </a: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24107111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Shivam Mewada – 24107064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Nishant Navale - 24107106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Ujwala </a:t>
            </a:r>
            <a:r>
              <a:rPr lang="en-IN" altLang="en-US" sz="2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Pagare</a:t>
            </a: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8B8179-B3AD-6C0D-8D5D-4FD01B80B63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3CE51F-3A0D-E00E-C6A7-3F283196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80625" cy="195247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5CA18294-F88C-CFF0-99E0-03503B1A2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Contents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D23A965-4B11-9815-DCD3-450EB32A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11601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Introduction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Objectives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Scope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Features / Functionality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Project Outcomes</a:t>
            </a:r>
          </a:p>
          <a:p>
            <a:pPr eaLnBrk="1" hangingPunct="1">
              <a:lnSpc>
                <a:spcPct val="200000"/>
              </a:lnSpc>
              <a:spcAft>
                <a:spcPts val="1413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Technology Stack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B9FEF0-4C42-9E47-0D17-EDD84657B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1. Introduction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5D4CEF6-1C42-282B-5810-87601B7BD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94" y="1403573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450850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935038" indent="-342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 : </a:t>
            </a:r>
          </a:p>
          <a:p>
            <a:pPr marL="749300" lvl="1" indent="-457200" defTabSz="914400">
              <a:lnSpc>
                <a:spcPct val="150000"/>
              </a:lnSpc>
              <a:buFont typeface="+mj-lt"/>
              <a:buAutoNum type="arabicPeriod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packaged food products contain ingredients that consumers do not understand or recognize.</a:t>
            </a:r>
          </a:p>
          <a:p>
            <a:pPr marL="749300" lvl="1" indent="-457200" defTabSz="914400">
              <a:lnSpc>
                <a:spcPct val="150000"/>
              </a:lnSpc>
              <a:buFont typeface="+mj-lt"/>
              <a:buAutoNum type="arabicPeriod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with allergies or health concerns often find it difficult to quickly identify harmful ingredients from food labels.</a:t>
            </a:r>
          </a:p>
          <a:p>
            <a:pPr marL="292100" lvl="1" indent="0" defTabSz="914400">
              <a:lnSpc>
                <a:spcPct val="150000"/>
              </a:lnSpc>
              <a:tabLst/>
            </a:pPr>
            <a:endParaRPr lang="en-I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en-I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:</a:t>
            </a: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endParaRPr lang="en-I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B9A88E-38C3-05E8-796C-75FE0E994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824" y="5103649"/>
            <a:ext cx="8784976" cy="188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FoodScan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Know Your Bite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mobile application that scans or fetches food product information and explains ingredients in simple terms.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API-based food product data and a database containing ingredient meanings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provide health insights and safety alerts.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836E394-6284-0F1C-14C2-7EACE37FE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2. Objectives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41077D7-5B1D-66CE-4C6F-9541475E6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C289E-F040-77A9-6CA4-22F1594FFE7B}"/>
              </a:ext>
            </a:extLst>
          </p:cNvPr>
          <p:cNvSpPr txBox="1"/>
          <p:nvPr/>
        </p:nvSpPr>
        <p:spPr>
          <a:xfrm>
            <a:off x="503238" y="1563688"/>
            <a:ext cx="8641530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user-friendly mobile application for scanning and analyzing food products.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clear explanations of ingredients using a structured ingredient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identify potentially harmful or allergy-triggering ingredients in food items.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promote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healthy eating awareness by providing detailed nutritional understanding.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F8C0C07-FBCA-0958-BC8B-6078CE28D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3. Scope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21B9B78B-6DB4-CE3F-BBBF-C04BA6955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79FFF-E1D3-BCE1-930A-6E9799252069}"/>
              </a:ext>
            </a:extLst>
          </p:cNvPr>
          <p:cNvSpPr txBox="1"/>
          <p:nvPr/>
        </p:nvSpPr>
        <p:spPr>
          <a:xfrm>
            <a:off x="503238" y="1563688"/>
            <a:ext cx="849751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health and nutrition awareness applications.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useful 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people with food allergies or dietary restrictions.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used 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students, fitness enthusiasts, and health-conscious consumers.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with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online food product APIs to fetch real product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 healthier alternatives in future versions.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E14BDAB-7AB7-330F-A3C5-66679F05F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465FB5B-B762-79C8-BC13-CB4495D2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9" y="1768475"/>
            <a:ext cx="8713538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7950" indent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 : Product Search / Scan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search or scan a packaged food product to retrieve ingredient information from the product API.</a:t>
            </a:r>
          </a:p>
          <a:p>
            <a:pPr marL="107950" indent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 : Ingredient Explanation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ingredient is matched with a database that explains its meaning, usage, and potential health impact in simple language.</a:t>
            </a:r>
          </a:p>
          <a:p>
            <a:pPr marL="107950" indent="0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 : Allergy Safety Alerts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common allergens such as nuts, gluten, dairy, etc., and alerts users if the product contains them.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E50E4-BBDF-3CCE-E2B7-7AAF1690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B786E229-5B95-822E-15E9-91787C1E0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4. Feature /Functionality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EC13DF8-1F04-360F-5AA0-C40CA4C5F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9" y="1768475"/>
            <a:ext cx="8713538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4 : Health Score Analysis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the ingredients and nutritional composition from the database to generate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indicating whether the product is healthy or risky.\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5 : Personalized Insights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recommendations or warnings based on ingredient quality and nutritional content.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6 : Clean Mobile Interface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app provides a simple and responsive interface for smooth user interaction.</a:t>
            </a:r>
          </a:p>
        </p:txBody>
      </p:sp>
    </p:spTree>
    <p:extLst>
      <p:ext uri="{BB962C8B-B14F-4D97-AF65-F5344CB8AC3E}">
        <p14:creationId xmlns:p14="http://schemas.microsoft.com/office/powerpoint/2010/main" val="1168937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D726CAD-BB71-8ECF-097C-0EE3A8FA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5. Outcome of Project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8C2CA3C4-8126-64D4-B0F6-F30D2F72B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marL="109537" indent="0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A797A2-DDA2-4CF5-7544-3FB545C200EF}"/>
              </a:ext>
            </a:extLst>
          </p:cNvPr>
          <p:cNvSpPr txBox="1"/>
          <p:nvPr/>
        </p:nvSpPr>
        <p:spPr>
          <a:xfrm>
            <a:off x="503238" y="2076761"/>
            <a:ext cx="871353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open the mobile application and search or scan food products.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a detailed list of ingredients of the product.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can understand ingredient meanings in simple language.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receives allergy alerts for harmful ingredients.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gains awareness about healthy and unhealthy food items.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09B100C-491A-2E2B-F763-BCE2F7565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6. Technology Stack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CFBE54B4-F6D9-4B26-F5F5-202CAC021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(Mobile Application):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Flutter (Dart)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/ Data Processing: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for food product data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for ingredient analysis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Ingredient meaning database (for explanation of ingredients)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/ Technologies: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data handling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UI frameworks</a:t>
            </a:r>
          </a:p>
          <a:p>
            <a:pPr marL="109537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1413"/>
              </a:spcAft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8AD267ED-F616-CB0F-A96D-6F3C44F4A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526</Words>
  <Application>Microsoft Office PowerPoint</Application>
  <PresentationFormat>Custom</PresentationFormat>
  <Paragraphs>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Shivam Mewada</cp:lastModifiedBy>
  <cp:revision>23</cp:revision>
  <cp:lastPrinted>2022-08-20T08:09:49Z</cp:lastPrinted>
  <dcterms:created xsi:type="dcterms:W3CDTF">2017-10-25T08:22:14Z</dcterms:created>
  <dcterms:modified xsi:type="dcterms:W3CDTF">2026-03-06T06:48:51Z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