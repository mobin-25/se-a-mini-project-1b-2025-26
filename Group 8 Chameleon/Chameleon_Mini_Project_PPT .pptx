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6" r:id="rId1"/>
  </p:sldMasterIdLst>
  <p:notesMasterIdLst>
    <p:notesMasterId r:id="rId13"/>
  </p:notesMasterIdLst>
  <p:sldIdLst>
    <p:sldId id="256" r:id="rId2"/>
    <p:sldId id="257" r:id="rId3"/>
    <p:sldId id="258" r:id="rId4"/>
    <p:sldId id="261" r:id="rId5"/>
    <p:sldId id="262" r:id="rId6"/>
    <p:sldId id="263" r:id="rId7"/>
    <p:sldId id="267" r:id="rId8"/>
    <p:sldId id="264" r:id="rId9"/>
    <p:sldId id="266" r:id="rId10"/>
    <p:sldId id="268" r:id="rId11"/>
    <p:sldId id="269" r:id="rId12"/>
  </p:sldIdLst>
  <p:sldSz cx="10080625" cy="7559675"/>
  <p:notesSz cx="7559675" cy="10691813"/>
  <p:defaultTextStyle>
    <a:defPPr>
      <a:defRPr lang="en-US"/>
    </a:defPPr>
    <a:lvl1pPr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94632" autoAdjust="0"/>
  </p:normalViewPr>
  <p:slideViewPr>
    <p:cSldViewPr>
      <p:cViewPr varScale="1">
        <p:scale>
          <a:sx n="63" d="100"/>
          <a:sy n="63" d="100"/>
        </p:scale>
        <p:origin x="1196" y="64"/>
      </p:cViewPr>
      <p:guideLst>
        <p:guide orient="horz" pos="2160"/>
        <p:guide pos="2880"/>
      </p:guideLst>
    </p:cSldViewPr>
  </p:slideViewPr>
  <p:outlineViewPr>
    <p:cViewPr varScale="1">
      <p:scale>
        <a:sx n="170" d="200"/>
        <a:sy n="170" d="200"/>
      </p:scale>
      <p:origin x="0" y="0"/>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0CF4B43D-491D-C602-328B-BE86EAF5DBC3}"/>
              </a:ext>
            </a:extLst>
          </p:cNvPr>
          <p:cNvSpPr>
            <a:spLocks noGrp="1" noRot="1" noChangeAspect="1" noChangeArrowheads="1"/>
          </p:cNvSpPr>
          <p:nvPr>
            <p:ph type="sldImg"/>
          </p:nvPr>
        </p:nvSpPr>
        <p:spPr bwMode="auto">
          <a:xfrm>
            <a:off x="215900" y="812800"/>
            <a:ext cx="7126288" cy="400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2">
            <a:extLst>
              <a:ext uri="{FF2B5EF4-FFF2-40B4-BE49-F238E27FC236}">
                <a16:creationId xmlns:a16="http://schemas.microsoft.com/office/drawing/2014/main" id="{3C56148F-65FB-044B-8C44-C7CBDB651BB0}"/>
              </a:ext>
            </a:extLst>
          </p:cNvPr>
          <p:cNvSpPr>
            <a:spLocks noGrp="1" noChangeArrowheads="1"/>
          </p:cNvSpPr>
          <p:nvPr>
            <p:ph type="body"/>
          </p:nvPr>
        </p:nvSpPr>
        <p:spPr bwMode="auto">
          <a:xfrm>
            <a:off x="755650" y="5078413"/>
            <a:ext cx="6046788" cy="4810125"/>
          </a:xfrm>
          <a:prstGeom prst="rect">
            <a:avLst/>
          </a:prstGeom>
          <a:noFill/>
          <a:ln>
            <a:noFill/>
          </a:ln>
          <a:effectLst/>
        </p:spPr>
        <p:txBody>
          <a:bodyPr vert="horz" wrap="square" lIns="0" tIns="0" rIns="0" bIns="0" numCol="1" anchor="t" anchorCtr="0" compatLnSpc="1">
            <a:prstTxWarp prst="textNoShape">
              <a:avLst/>
            </a:prstTxWarp>
          </a:bodyPr>
          <a:lstStyle/>
          <a:p>
            <a:pPr lvl="0"/>
            <a:endParaRPr lang="en-US" altLang="en-US" noProof="0"/>
          </a:p>
        </p:txBody>
      </p:sp>
      <p:sp>
        <p:nvSpPr>
          <p:cNvPr id="3075" name="Rectangle 3">
            <a:extLst>
              <a:ext uri="{FF2B5EF4-FFF2-40B4-BE49-F238E27FC236}">
                <a16:creationId xmlns:a16="http://schemas.microsoft.com/office/drawing/2014/main" id="{CD1D322D-3766-A145-D6BB-F6171A7D53DA}"/>
              </a:ext>
            </a:extLst>
          </p:cNvPr>
          <p:cNvSpPr>
            <a:spLocks noGrp="1" noChangeArrowheads="1"/>
          </p:cNvSpPr>
          <p:nvPr>
            <p:ph type="hdr"/>
          </p:nvPr>
        </p:nvSpPr>
        <p:spPr bwMode="auto">
          <a:xfrm>
            <a:off x="0"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6" name="Rectangle 4">
            <a:extLst>
              <a:ext uri="{FF2B5EF4-FFF2-40B4-BE49-F238E27FC236}">
                <a16:creationId xmlns:a16="http://schemas.microsoft.com/office/drawing/2014/main" id="{A5A019D7-02E5-F6D4-BF2A-1F1DDF64EFF7}"/>
              </a:ext>
            </a:extLst>
          </p:cNvPr>
          <p:cNvSpPr>
            <a:spLocks noGrp="1" noChangeArrowheads="1"/>
          </p:cNvSpPr>
          <p:nvPr>
            <p:ph type="dt"/>
          </p:nvPr>
        </p:nvSpPr>
        <p:spPr bwMode="auto">
          <a:xfrm>
            <a:off x="4278313"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7" name="Rectangle 5">
            <a:extLst>
              <a:ext uri="{FF2B5EF4-FFF2-40B4-BE49-F238E27FC236}">
                <a16:creationId xmlns:a16="http://schemas.microsoft.com/office/drawing/2014/main" id="{74BAD343-3D6E-A20F-2945-F78E83EA56EB}"/>
              </a:ext>
            </a:extLst>
          </p:cNvPr>
          <p:cNvSpPr>
            <a:spLocks noGrp="1" noChangeArrowheads="1"/>
          </p:cNvSpPr>
          <p:nvPr>
            <p:ph type="ftr"/>
          </p:nvPr>
        </p:nvSpPr>
        <p:spPr bwMode="auto">
          <a:xfrm>
            <a:off x="0"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8" name="Rectangle 6">
            <a:extLst>
              <a:ext uri="{FF2B5EF4-FFF2-40B4-BE49-F238E27FC236}">
                <a16:creationId xmlns:a16="http://schemas.microsoft.com/office/drawing/2014/main" id="{A74D66CF-FF0E-7320-E865-02EFF7B9BC4E}"/>
              </a:ext>
            </a:extLst>
          </p:cNvPr>
          <p:cNvSpPr>
            <a:spLocks noGrp="1" noChangeArrowheads="1"/>
          </p:cNvSpPr>
          <p:nvPr>
            <p:ph type="sldNum"/>
          </p:nvPr>
        </p:nvSpPr>
        <p:spPr bwMode="auto">
          <a:xfrm>
            <a:off x="4278313"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fld id="{AB06AE92-0EA4-41ED-81D6-744C2943D14D}"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5DBA7062-89AD-2D81-8953-6FC78873556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31CD7EE3-158C-47E5-96AE-72270A75B8A4}" type="slidenum">
              <a:rPr lang="en-IN" altLang="en-US" sz="1400" smtClean="0"/>
              <a:pPr fontAlgn="base">
                <a:spcBef>
                  <a:spcPct val="0"/>
                </a:spcBef>
                <a:spcAft>
                  <a:spcPct val="0"/>
                </a:spcAft>
              </a:pPr>
              <a:t>1</a:t>
            </a:fld>
            <a:endParaRPr lang="en-IN" altLang="en-US" sz="1400"/>
          </a:p>
        </p:txBody>
      </p:sp>
      <p:sp>
        <p:nvSpPr>
          <p:cNvPr id="9219" name="Rectangle 1">
            <a:extLst>
              <a:ext uri="{FF2B5EF4-FFF2-40B4-BE49-F238E27FC236}">
                <a16:creationId xmlns:a16="http://schemas.microsoft.com/office/drawing/2014/main" id="{4DF08256-9640-C4F4-AC8B-8C1D347C3021}"/>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20" name="Rectangle 2">
            <a:extLst>
              <a:ext uri="{FF2B5EF4-FFF2-40B4-BE49-F238E27FC236}">
                <a16:creationId xmlns:a16="http://schemas.microsoft.com/office/drawing/2014/main" id="{112CBC3E-CB02-98D8-0387-233280DBC585}"/>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6">
            <a:extLst>
              <a:ext uri="{FF2B5EF4-FFF2-40B4-BE49-F238E27FC236}">
                <a16:creationId xmlns:a16="http://schemas.microsoft.com/office/drawing/2014/main" id="{99FB8F62-7B9F-F6D6-8CD5-A0C27369885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7B169F26-4CAC-4B4F-861B-78C14EBDF331}" type="slidenum">
              <a:rPr lang="en-IN" altLang="en-US" sz="1400" smtClean="0"/>
              <a:pPr fontAlgn="base">
                <a:spcBef>
                  <a:spcPct val="0"/>
                </a:spcBef>
                <a:spcAft>
                  <a:spcPct val="0"/>
                </a:spcAft>
              </a:pPr>
              <a:t>2</a:t>
            </a:fld>
            <a:endParaRPr lang="en-IN" altLang="en-US" sz="1400"/>
          </a:p>
        </p:txBody>
      </p:sp>
      <p:sp>
        <p:nvSpPr>
          <p:cNvPr id="11267" name="Rectangle 1">
            <a:extLst>
              <a:ext uri="{FF2B5EF4-FFF2-40B4-BE49-F238E27FC236}">
                <a16:creationId xmlns:a16="http://schemas.microsoft.com/office/drawing/2014/main" id="{0A098328-091E-91B0-9BE8-C86187E37B19}"/>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a:extLst>
              <a:ext uri="{FF2B5EF4-FFF2-40B4-BE49-F238E27FC236}">
                <a16:creationId xmlns:a16="http://schemas.microsoft.com/office/drawing/2014/main" id="{BD358408-1710-E1C5-9B9B-2282FE106B92}"/>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6">
            <a:extLst>
              <a:ext uri="{FF2B5EF4-FFF2-40B4-BE49-F238E27FC236}">
                <a16:creationId xmlns:a16="http://schemas.microsoft.com/office/drawing/2014/main" id="{A4C98480-88D4-E90A-08A3-97E134F67E4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105B39C6-6FCD-4F6B-A97F-99A26539BD05}" type="slidenum">
              <a:rPr lang="en-IN" altLang="en-US" sz="1400" smtClean="0"/>
              <a:pPr fontAlgn="base">
                <a:spcBef>
                  <a:spcPct val="0"/>
                </a:spcBef>
                <a:spcAft>
                  <a:spcPct val="0"/>
                </a:spcAft>
              </a:pPr>
              <a:t>3</a:t>
            </a:fld>
            <a:endParaRPr lang="en-IN" altLang="en-US" sz="1400"/>
          </a:p>
        </p:txBody>
      </p:sp>
      <p:sp>
        <p:nvSpPr>
          <p:cNvPr id="13315" name="Rectangle 1">
            <a:extLst>
              <a:ext uri="{FF2B5EF4-FFF2-40B4-BE49-F238E27FC236}">
                <a16:creationId xmlns:a16="http://schemas.microsoft.com/office/drawing/2014/main" id="{7273468E-1AA1-515A-5084-81893DFA4352}"/>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6" name="Rectangle 2">
            <a:extLst>
              <a:ext uri="{FF2B5EF4-FFF2-40B4-BE49-F238E27FC236}">
                <a16:creationId xmlns:a16="http://schemas.microsoft.com/office/drawing/2014/main" id="{97016F54-1CB3-BCF2-EEDA-79BF3D69CAB2}"/>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6">
            <a:extLst>
              <a:ext uri="{FF2B5EF4-FFF2-40B4-BE49-F238E27FC236}">
                <a16:creationId xmlns:a16="http://schemas.microsoft.com/office/drawing/2014/main" id="{D4F95EA1-C54D-7E65-EDF2-47746E8E379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14E9A0E8-9DBE-4F2E-9293-C880EC4568C1}" type="slidenum">
              <a:rPr lang="en-IN" altLang="en-US" sz="1400" smtClean="0"/>
              <a:pPr fontAlgn="base">
                <a:spcBef>
                  <a:spcPct val="0"/>
                </a:spcBef>
                <a:spcAft>
                  <a:spcPct val="0"/>
                </a:spcAft>
              </a:pPr>
              <a:t>4</a:t>
            </a:fld>
            <a:endParaRPr lang="en-IN" altLang="en-US" sz="1400"/>
          </a:p>
        </p:txBody>
      </p:sp>
      <p:sp>
        <p:nvSpPr>
          <p:cNvPr id="15363" name="Rectangle 1">
            <a:extLst>
              <a:ext uri="{FF2B5EF4-FFF2-40B4-BE49-F238E27FC236}">
                <a16:creationId xmlns:a16="http://schemas.microsoft.com/office/drawing/2014/main" id="{BA65C93A-1213-AE9E-0072-9EEDB2A1F178}"/>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4" name="Rectangle 2">
            <a:extLst>
              <a:ext uri="{FF2B5EF4-FFF2-40B4-BE49-F238E27FC236}">
                <a16:creationId xmlns:a16="http://schemas.microsoft.com/office/drawing/2014/main" id="{B150CD1D-C86F-4E2B-B837-F0AB211FCDF4}"/>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6">
            <a:extLst>
              <a:ext uri="{FF2B5EF4-FFF2-40B4-BE49-F238E27FC236}">
                <a16:creationId xmlns:a16="http://schemas.microsoft.com/office/drawing/2014/main" id="{3DA4F0A8-8195-6AE2-6CDF-9C9D204034D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9AC4748F-BDE6-427E-8130-7511D06B4477}" type="slidenum">
              <a:rPr lang="en-IN" altLang="en-US" sz="1400" smtClean="0"/>
              <a:pPr fontAlgn="base">
                <a:spcBef>
                  <a:spcPct val="0"/>
                </a:spcBef>
                <a:spcAft>
                  <a:spcPct val="0"/>
                </a:spcAft>
              </a:pPr>
              <a:t>5</a:t>
            </a:fld>
            <a:endParaRPr lang="en-IN" altLang="en-US" sz="1400"/>
          </a:p>
        </p:txBody>
      </p:sp>
      <p:sp>
        <p:nvSpPr>
          <p:cNvPr id="17411" name="Rectangle 1">
            <a:extLst>
              <a:ext uri="{FF2B5EF4-FFF2-40B4-BE49-F238E27FC236}">
                <a16:creationId xmlns:a16="http://schemas.microsoft.com/office/drawing/2014/main" id="{0E48A7DC-9D37-ED2D-6CBE-F604E11344DB}"/>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2" name="Rectangle 2">
            <a:extLst>
              <a:ext uri="{FF2B5EF4-FFF2-40B4-BE49-F238E27FC236}">
                <a16:creationId xmlns:a16="http://schemas.microsoft.com/office/drawing/2014/main" id="{1FD5B3B9-EC57-7D59-FEC1-F6800004F54E}"/>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6">
            <a:extLst>
              <a:ext uri="{FF2B5EF4-FFF2-40B4-BE49-F238E27FC236}">
                <a16:creationId xmlns:a16="http://schemas.microsoft.com/office/drawing/2014/main" id="{8DEED38D-07C7-9042-2B88-CA31CD072A5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8604F069-DEB4-42CB-B7E1-47DECD53D774}" type="slidenum">
              <a:rPr lang="en-IN" altLang="en-US" sz="1400" smtClean="0"/>
              <a:pPr fontAlgn="base">
                <a:spcBef>
                  <a:spcPct val="0"/>
                </a:spcBef>
                <a:spcAft>
                  <a:spcPct val="0"/>
                </a:spcAft>
              </a:pPr>
              <a:t>6</a:t>
            </a:fld>
            <a:endParaRPr lang="en-IN" altLang="en-US" sz="1400"/>
          </a:p>
        </p:txBody>
      </p:sp>
      <p:sp>
        <p:nvSpPr>
          <p:cNvPr id="19459" name="Rectangle 1">
            <a:extLst>
              <a:ext uri="{FF2B5EF4-FFF2-40B4-BE49-F238E27FC236}">
                <a16:creationId xmlns:a16="http://schemas.microsoft.com/office/drawing/2014/main" id="{8BB938E3-42CA-0EBF-43BC-C5448B5AE959}"/>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460" name="Rectangle 2">
            <a:extLst>
              <a:ext uri="{FF2B5EF4-FFF2-40B4-BE49-F238E27FC236}">
                <a16:creationId xmlns:a16="http://schemas.microsoft.com/office/drawing/2014/main" id="{66BA705E-A81A-E454-2973-5185663E7F7E}"/>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6">
            <a:extLst>
              <a:ext uri="{FF2B5EF4-FFF2-40B4-BE49-F238E27FC236}">
                <a16:creationId xmlns:a16="http://schemas.microsoft.com/office/drawing/2014/main" id="{A8674AD0-5474-29BB-7B8C-757F3C96F04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7F338D95-8DE4-4A68-BADE-533208FDA456}" type="slidenum">
              <a:rPr lang="en-IN" altLang="en-US" sz="1400" smtClean="0"/>
              <a:pPr fontAlgn="base">
                <a:spcBef>
                  <a:spcPct val="0"/>
                </a:spcBef>
                <a:spcAft>
                  <a:spcPct val="0"/>
                </a:spcAft>
              </a:pPr>
              <a:t>8</a:t>
            </a:fld>
            <a:endParaRPr lang="en-IN" altLang="en-US" sz="1400"/>
          </a:p>
        </p:txBody>
      </p:sp>
      <p:sp>
        <p:nvSpPr>
          <p:cNvPr id="23555" name="Rectangle 1">
            <a:extLst>
              <a:ext uri="{FF2B5EF4-FFF2-40B4-BE49-F238E27FC236}">
                <a16:creationId xmlns:a16="http://schemas.microsoft.com/office/drawing/2014/main" id="{B58B374C-E251-0C7D-38DD-6D183B441C4B}"/>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6" name="Rectangle 2">
            <a:extLst>
              <a:ext uri="{FF2B5EF4-FFF2-40B4-BE49-F238E27FC236}">
                <a16:creationId xmlns:a16="http://schemas.microsoft.com/office/drawing/2014/main" id="{ECE06795-815E-DA87-4D52-3E7719DF115F}"/>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a:extLst>
              <a:ext uri="{FF2B5EF4-FFF2-40B4-BE49-F238E27FC236}">
                <a16:creationId xmlns:a16="http://schemas.microsoft.com/office/drawing/2014/main" id="{27F72E8F-5429-E3B1-28A2-EE7F67D19B3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F3C55308-C5DF-4B1F-8D91-8FF4DAA9BB8C}" type="slidenum">
              <a:rPr lang="en-IN" altLang="en-US" sz="1400" smtClean="0"/>
              <a:pPr fontAlgn="base">
                <a:spcBef>
                  <a:spcPct val="0"/>
                </a:spcBef>
                <a:spcAft>
                  <a:spcPct val="0"/>
                </a:spcAft>
              </a:pPr>
              <a:t>9</a:t>
            </a:fld>
            <a:endParaRPr lang="en-IN" altLang="en-US" sz="1400"/>
          </a:p>
        </p:txBody>
      </p:sp>
      <p:sp>
        <p:nvSpPr>
          <p:cNvPr id="21507" name="Rectangle 1">
            <a:extLst>
              <a:ext uri="{FF2B5EF4-FFF2-40B4-BE49-F238E27FC236}">
                <a16:creationId xmlns:a16="http://schemas.microsoft.com/office/drawing/2014/main" id="{291BC7CD-6D5D-D320-D2A2-6C04675C5D2C}"/>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8" name="Rectangle 2">
            <a:extLst>
              <a:ext uri="{FF2B5EF4-FFF2-40B4-BE49-F238E27FC236}">
                <a16:creationId xmlns:a16="http://schemas.microsoft.com/office/drawing/2014/main" id="{F441629B-DA2F-88E0-FBBF-2ECCD85209FB}"/>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9BCBF99-730F-3AFA-C236-962CE54BECF8}"/>
            </a:ext>
          </a:extLst>
        </p:cNvPr>
        <p:cNvGrpSpPr/>
        <p:nvPr/>
      </p:nvGrpSpPr>
      <p:grpSpPr>
        <a:xfrm>
          <a:off x="0" y="0"/>
          <a:ext cx="0" cy="0"/>
          <a:chOff x="0" y="0"/>
          <a:chExt cx="0" cy="0"/>
        </a:xfrm>
      </p:grpSpPr>
      <p:sp>
        <p:nvSpPr>
          <p:cNvPr id="21506" name="Rectangle 6">
            <a:extLst>
              <a:ext uri="{FF2B5EF4-FFF2-40B4-BE49-F238E27FC236}">
                <a16:creationId xmlns:a16="http://schemas.microsoft.com/office/drawing/2014/main" id="{757A62E9-CEE0-FE3D-9711-7D0AB62AB40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F3C55308-C5DF-4B1F-8D91-8FF4DAA9BB8C}" type="slidenum">
              <a:rPr lang="en-IN" altLang="en-US" sz="1400" smtClean="0"/>
              <a:pPr fontAlgn="base">
                <a:spcBef>
                  <a:spcPct val="0"/>
                </a:spcBef>
                <a:spcAft>
                  <a:spcPct val="0"/>
                </a:spcAft>
              </a:pPr>
              <a:t>10</a:t>
            </a:fld>
            <a:endParaRPr lang="en-IN" altLang="en-US" sz="1400"/>
          </a:p>
        </p:txBody>
      </p:sp>
      <p:sp>
        <p:nvSpPr>
          <p:cNvPr id="21507" name="Rectangle 1">
            <a:extLst>
              <a:ext uri="{FF2B5EF4-FFF2-40B4-BE49-F238E27FC236}">
                <a16:creationId xmlns:a16="http://schemas.microsoft.com/office/drawing/2014/main" id="{4AD98F82-B680-C1A0-9188-8C903C9250F9}"/>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8" name="Rectangle 2">
            <a:extLst>
              <a:ext uri="{FF2B5EF4-FFF2-40B4-BE49-F238E27FC236}">
                <a16:creationId xmlns:a16="http://schemas.microsoft.com/office/drawing/2014/main" id="{56A21CB9-9E85-498A-5F9A-6C3616D05734}"/>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p>
        </p:txBody>
      </p:sp>
    </p:spTree>
    <p:extLst>
      <p:ext uri="{BB962C8B-B14F-4D97-AF65-F5344CB8AC3E}">
        <p14:creationId xmlns:p14="http://schemas.microsoft.com/office/powerpoint/2010/main" val="3170836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7">
            <a:extLst>
              <a:ext uri="{FF2B5EF4-FFF2-40B4-BE49-F238E27FC236}">
                <a16:creationId xmlns:a16="http://schemas.microsoft.com/office/drawing/2014/main" id="{0CC5FA9B-92FF-6571-5015-99067142E036}"/>
              </a:ext>
            </a:extLst>
          </p:cNvPr>
          <p:cNvGrpSpPr>
            <a:grpSpLocks/>
          </p:cNvGrpSpPr>
          <p:nvPr/>
        </p:nvGrpSpPr>
        <p:grpSpPr bwMode="auto">
          <a:xfrm>
            <a:off x="-9525" y="-9525"/>
            <a:ext cx="10110788" cy="7578725"/>
            <a:chOff x="-8466" y="-8468"/>
            <a:chExt cx="9171316" cy="6874935"/>
          </a:xfrm>
        </p:grpSpPr>
        <p:cxnSp>
          <p:nvCxnSpPr>
            <p:cNvPr id="5" name="Straight Connector 4">
              <a:extLst>
                <a:ext uri="{FF2B5EF4-FFF2-40B4-BE49-F238E27FC236}">
                  <a16:creationId xmlns:a16="http://schemas.microsoft.com/office/drawing/2014/main" id="{7438B85C-240D-6F8E-40D8-AA14C906F7F0}"/>
                </a:ext>
              </a:extLst>
            </p:cNvPr>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CEBCCAE-1034-7CF0-C5A7-A18F0BD5910A}"/>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 name="Freeform 29">
              <a:extLst>
                <a:ext uri="{FF2B5EF4-FFF2-40B4-BE49-F238E27FC236}">
                  <a16:creationId xmlns:a16="http://schemas.microsoft.com/office/drawing/2014/main" id="{B0E99566-D126-A023-B152-8FAD7C18CC24}"/>
                </a:ext>
              </a:extLst>
            </p:cNvPr>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Freeform 30">
              <a:extLst>
                <a:ext uri="{FF2B5EF4-FFF2-40B4-BE49-F238E27FC236}">
                  <a16:creationId xmlns:a16="http://schemas.microsoft.com/office/drawing/2014/main" id="{15E0BC48-4228-EF9F-D223-7CF732D4BFC0}"/>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Freeform 31">
              <a:extLst>
                <a:ext uri="{FF2B5EF4-FFF2-40B4-BE49-F238E27FC236}">
                  <a16:creationId xmlns:a16="http://schemas.microsoft.com/office/drawing/2014/main" id="{B5187955-AD4F-21F0-8808-5D89333FBD2F}"/>
                </a:ext>
              </a:extLst>
            </p:cNvPr>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32">
              <a:extLst>
                <a:ext uri="{FF2B5EF4-FFF2-40B4-BE49-F238E27FC236}">
                  <a16:creationId xmlns:a16="http://schemas.microsoft.com/office/drawing/2014/main" id="{8CC77338-27B2-AD72-A30A-CC1C2F1C1618}"/>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33">
              <a:extLst>
                <a:ext uri="{FF2B5EF4-FFF2-40B4-BE49-F238E27FC236}">
                  <a16:creationId xmlns:a16="http://schemas.microsoft.com/office/drawing/2014/main" id="{CC8EEC60-8C25-C0AC-ED33-9C290543C144}"/>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34">
              <a:extLst>
                <a:ext uri="{FF2B5EF4-FFF2-40B4-BE49-F238E27FC236}">
                  <a16:creationId xmlns:a16="http://schemas.microsoft.com/office/drawing/2014/main" id="{5FC4C901-6318-5807-A07B-ACBCA487D3A5}"/>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35">
              <a:extLst>
                <a:ext uri="{FF2B5EF4-FFF2-40B4-BE49-F238E27FC236}">
                  <a16:creationId xmlns:a16="http://schemas.microsoft.com/office/drawing/2014/main" id="{005BD309-7DC7-8669-DBAD-2D7BC77DC0F7}"/>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7">
              <a:extLst>
                <a:ext uri="{FF2B5EF4-FFF2-40B4-BE49-F238E27FC236}">
                  <a16:creationId xmlns:a16="http://schemas.microsoft.com/office/drawing/2014/main" id="{5D7E130A-30D2-F28C-8A4F-CCF84B0406F5}"/>
                </a:ext>
              </a:extLst>
            </p:cNvPr>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2">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403" y="4465295"/>
            <a:ext cx="6423553" cy="1209128"/>
          </a:xfrm>
        </p:spPr>
        <p:txBody>
          <a:bodyPr anchor="t"/>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en-US"/>
              <a:t>Click to edit Master subtitle style</a:t>
            </a:r>
            <a:endParaRPr lang="en-US" dirty="0"/>
          </a:p>
        </p:txBody>
      </p:sp>
      <p:sp>
        <p:nvSpPr>
          <p:cNvPr id="15" name="Date Placeholder 3">
            <a:extLst>
              <a:ext uri="{FF2B5EF4-FFF2-40B4-BE49-F238E27FC236}">
                <a16:creationId xmlns:a16="http://schemas.microsoft.com/office/drawing/2014/main" id="{2237F7FE-3F07-E3D4-5425-4541CD3ADEB8}"/>
              </a:ext>
            </a:extLst>
          </p:cNvPr>
          <p:cNvSpPr>
            <a:spLocks noGrp="1"/>
          </p:cNvSpPr>
          <p:nvPr>
            <p:ph type="dt" sz="half" idx="10"/>
          </p:nvPr>
        </p:nvSpPr>
        <p:spPr/>
        <p:txBody>
          <a:bodyPr/>
          <a:lstStyle>
            <a:lvl1pPr>
              <a:defRPr/>
            </a:lvl1pPr>
          </a:lstStyle>
          <a:p>
            <a:pPr>
              <a:defRPr/>
            </a:pPr>
            <a:fld id="{9F40C580-7A5E-4239-8C35-FAB77AA22417}" type="datetimeFigureOut">
              <a:rPr lang="en-US"/>
              <a:pPr>
                <a:defRPr/>
              </a:pPr>
              <a:t>4/1/2026</a:t>
            </a:fld>
            <a:endParaRPr lang="en-US" dirty="0"/>
          </a:p>
        </p:txBody>
      </p:sp>
      <p:sp>
        <p:nvSpPr>
          <p:cNvPr id="16" name="Footer Placeholder 4">
            <a:extLst>
              <a:ext uri="{FF2B5EF4-FFF2-40B4-BE49-F238E27FC236}">
                <a16:creationId xmlns:a16="http://schemas.microsoft.com/office/drawing/2014/main" id="{D2B72B78-B264-31EC-039C-307C71E468D0}"/>
              </a:ext>
            </a:extLst>
          </p:cNvPr>
          <p:cNvSpPr>
            <a:spLocks noGrp="1"/>
          </p:cNvSpPr>
          <p:nvPr>
            <p:ph type="ftr" sz="quarter" idx="11"/>
          </p:nvPr>
        </p:nvSpPr>
        <p:spPr/>
        <p:txBody>
          <a:bodyPr/>
          <a:lstStyle>
            <a:lvl1pPr>
              <a:defRPr/>
            </a:lvl1pPr>
          </a:lstStyle>
          <a:p>
            <a:pPr>
              <a:defRPr/>
            </a:pPr>
            <a:endParaRPr lang="en-US"/>
          </a:p>
        </p:txBody>
      </p:sp>
      <p:sp>
        <p:nvSpPr>
          <p:cNvPr id="17" name="Slide Number Placeholder 5">
            <a:extLst>
              <a:ext uri="{FF2B5EF4-FFF2-40B4-BE49-F238E27FC236}">
                <a16:creationId xmlns:a16="http://schemas.microsoft.com/office/drawing/2014/main" id="{6E816140-843D-F9DC-93B9-2E05E4AD0A93}"/>
              </a:ext>
            </a:extLst>
          </p:cNvPr>
          <p:cNvSpPr>
            <a:spLocks noGrp="1"/>
          </p:cNvSpPr>
          <p:nvPr>
            <p:ph type="sldNum" sz="quarter" idx="12"/>
          </p:nvPr>
        </p:nvSpPr>
        <p:spPr/>
        <p:txBody>
          <a:bodyPr/>
          <a:lstStyle>
            <a:lvl1pPr>
              <a:defRPr/>
            </a:lvl1pPr>
          </a:lstStyle>
          <a:p>
            <a:pPr>
              <a:defRPr/>
            </a:pPr>
            <a:fld id="{154EE591-33F0-42BB-9A37-AB89FFB06B5A}" type="slidenum">
              <a:rPr lang="en-US"/>
              <a:pPr>
                <a:defRPr/>
              </a:pPr>
              <a:t>‹#›</a:t>
            </a:fld>
            <a:endParaRPr lang="en-US" dirty="0"/>
          </a:p>
        </p:txBody>
      </p:sp>
    </p:spTree>
    <p:extLst>
      <p:ext uri="{BB962C8B-B14F-4D97-AF65-F5344CB8AC3E}">
        <p14:creationId xmlns:p14="http://schemas.microsoft.com/office/powerpoint/2010/main" val="2346161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8A12ED4-36E5-C1AE-AD43-70F2A2A20962}"/>
              </a:ext>
            </a:extLst>
          </p:cNvPr>
          <p:cNvSpPr>
            <a:spLocks noGrp="1"/>
          </p:cNvSpPr>
          <p:nvPr>
            <p:ph type="dt" sz="half" idx="10"/>
          </p:nvPr>
        </p:nvSpPr>
        <p:spPr/>
        <p:txBody>
          <a:bodyPr/>
          <a:lstStyle>
            <a:lvl1pPr>
              <a:defRPr/>
            </a:lvl1pPr>
          </a:lstStyle>
          <a:p>
            <a:pPr>
              <a:defRPr/>
            </a:pPr>
            <a:fld id="{3A53A7DE-4750-4C11-9F05-3613029CAB05}" type="datetimeFigureOut">
              <a:rPr lang="en-US"/>
              <a:pPr>
                <a:defRPr/>
              </a:pPr>
              <a:t>4/1/2026</a:t>
            </a:fld>
            <a:endParaRPr lang="en-US" dirty="0"/>
          </a:p>
        </p:txBody>
      </p:sp>
      <p:sp>
        <p:nvSpPr>
          <p:cNvPr id="5" name="Footer Placeholder 4">
            <a:extLst>
              <a:ext uri="{FF2B5EF4-FFF2-40B4-BE49-F238E27FC236}">
                <a16:creationId xmlns:a16="http://schemas.microsoft.com/office/drawing/2014/main" id="{142F137B-CA6D-3946-DE99-E5E2F72FCC8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D79285F-6314-4AAE-6C14-37643A6E5137}"/>
              </a:ext>
            </a:extLst>
          </p:cNvPr>
          <p:cNvSpPr>
            <a:spLocks noGrp="1"/>
          </p:cNvSpPr>
          <p:nvPr>
            <p:ph type="sldNum" sz="quarter" idx="12"/>
          </p:nvPr>
        </p:nvSpPr>
        <p:spPr/>
        <p:txBody>
          <a:bodyPr/>
          <a:lstStyle>
            <a:lvl1pPr>
              <a:defRPr/>
            </a:lvl1pPr>
          </a:lstStyle>
          <a:p>
            <a:pPr>
              <a:defRPr/>
            </a:pPr>
            <a:fld id="{BD08293C-7C1B-4305-A69E-CD38E704C4CB}" type="slidenum">
              <a:rPr lang="en-US"/>
              <a:pPr>
                <a:defRPr/>
              </a:pPr>
              <a:t>‹#›</a:t>
            </a:fld>
            <a:endParaRPr lang="en-US" dirty="0"/>
          </a:p>
        </p:txBody>
      </p:sp>
    </p:spTree>
    <p:extLst>
      <p:ext uri="{BB962C8B-B14F-4D97-AF65-F5344CB8AC3E}">
        <p14:creationId xmlns:p14="http://schemas.microsoft.com/office/powerpoint/2010/main" val="4039565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09"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948432"/>
          </a:xfrm>
        </p:spPr>
        <p:txBody>
          <a:bodyPr anchor="t"/>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702B4-6FEA-7FB1-8F1B-2D574537900E}"/>
              </a:ext>
            </a:extLst>
          </p:cNvPr>
          <p:cNvSpPr>
            <a:spLocks noGrp="1"/>
          </p:cNvSpPr>
          <p:nvPr>
            <p:ph type="dt" sz="half" idx="10"/>
          </p:nvPr>
        </p:nvSpPr>
        <p:spPr/>
        <p:txBody>
          <a:bodyPr/>
          <a:lstStyle>
            <a:lvl1pPr>
              <a:defRPr/>
            </a:lvl1pPr>
          </a:lstStyle>
          <a:p>
            <a:pPr>
              <a:defRPr/>
            </a:pPr>
            <a:fld id="{899C6BA3-D9AC-4768-BCCE-547183ED1797}" type="datetimeFigureOut">
              <a:rPr lang="en-US"/>
              <a:pPr>
                <a:defRPr/>
              </a:pPr>
              <a:t>4/1/2026</a:t>
            </a:fld>
            <a:endParaRPr lang="en-US" dirty="0"/>
          </a:p>
        </p:txBody>
      </p:sp>
      <p:sp>
        <p:nvSpPr>
          <p:cNvPr id="5" name="Footer Placeholder 4">
            <a:extLst>
              <a:ext uri="{FF2B5EF4-FFF2-40B4-BE49-F238E27FC236}">
                <a16:creationId xmlns:a16="http://schemas.microsoft.com/office/drawing/2014/main" id="{45DE2E1F-E914-3E82-64D9-27558AE410F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5692A16-D6FF-70D1-A45E-693A439E215F}"/>
              </a:ext>
            </a:extLst>
          </p:cNvPr>
          <p:cNvSpPr>
            <a:spLocks noGrp="1"/>
          </p:cNvSpPr>
          <p:nvPr>
            <p:ph type="sldNum" sz="quarter" idx="12"/>
          </p:nvPr>
        </p:nvSpPr>
        <p:spPr/>
        <p:txBody>
          <a:bodyPr/>
          <a:lstStyle>
            <a:lvl1pPr>
              <a:defRPr/>
            </a:lvl1pPr>
          </a:lstStyle>
          <a:p>
            <a:pPr>
              <a:defRPr/>
            </a:pPr>
            <a:fld id="{16FA0245-4420-48AF-82B7-F41BCD9AE18C}" type="slidenum">
              <a:rPr lang="en-US"/>
              <a:pPr>
                <a:defRPr/>
              </a:pPr>
              <a:t>‹#›</a:t>
            </a:fld>
            <a:endParaRPr lang="en-US" dirty="0"/>
          </a:p>
        </p:txBody>
      </p:sp>
    </p:spTree>
    <p:extLst>
      <p:ext uri="{BB962C8B-B14F-4D97-AF65-F5344CB8AC3E}">
        <p14:creationId xmlns:p14="http://schemas.microsoft.com/office/powerpoint/2010/main" val="1247636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72042" y="2381649"/>
            <a:ext cx="3404426" cy="4277832"/>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65529" y="2381651"/>
            <a:ext cx="3404427" cy="4277834"/>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39B2FCCD-6481-9314-1F58-E44455AF7C94}"/>
              </a:ext>
            </a:extLst>
          </p:cNvPr>
          <p:cNvSpPr>
            <a:spLocks noGrp="1"/>
          </p:cNvSpPr>
          <p:nvPr>
            <p:ph type="dt" sz="half" idx="10"/>
          </p:nvPr>
        </p:nvSpPr>
        <p:spPr/>
        <p:txBody>
          <a:bodyPr/>
          <a:lstStyle>
            <a:lvl1pPr>
              <a:defRPr/>
            </a:lvl1pPr>
          </a:lstStyle>
          <a:p>
            <a:pPr>
              <a:defRPr/>
            </a:pPr>
            <a:fld id="{36589777-3761-4ABB-AD80-43ED748B6181}" type="datetimeFigureOut">
              <a:rPr lang="en-US"/>
              <a:pPr>
                <a:defRPr/>
              </a:pPr>
              <a:t>4/1/2026</a:t>
            </a:fld>
            <a:endParaRPr lang="en-US" dirty="0"/>
          </a:p>
        </p:txBody>
      </p:sp>
      <p:sp>
        <p:nvSpPr>
          <p:cNvPr id="6" name="Footer Placeholder 4">
            <a:extLst>
              <a:ext uri="{FF2B5EF4-FFF2-40B4-BE49-F238E27FC236}">
                <a16:creationId xmlns:a16="http://schemas.microsoft.com/office/drawing/2014/main" id="{CAA4D042-713E-78DF-437A-6331EA1FE50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6E9DA41-7B24-E28A-DC40-533B3EB2849D}"/>
              </a:ext>
            </a:extLst>
          </p:cNvPr>
          <p:cNvSpPr>
            <a:spLocks noGrp="1"/>
          </p:cNvSpPr>
          <p:nvPr>
            <p:ph type="sldNum" sz="quarter" idx="12"/>
          </p:nvPr>
        </p:nvSpPr>
        <p:spPr/>
        <p:txBody>
          <a:bodyPr/>
          <a:lstStyle>
            <a:lvl1pPr>
              <a:defRPr/>
            </a:lvl1pPr>
          </a:lstStyle>
          <a:p>
            <a:pPr>
              <a:defRPr/>
            </a:pPr>
            <a:fld id="{D6050C24-A1B2-479C-814B-EB820F5D034B}" type="slidenum">
              <a:rPr lang="en-US"/>
              <a:pPr>
                <a:defRPr/>
              </a:pPr>
              <a:t>‹#›</a:t>
            </a:fld>
            <a:endParaRPr lang="en-US" dirty="0"/>
          </a:p>
        </p:txBody>
      </p:sp>
    </p:spTree>
    <p:extLst>
      <p:ext uri="{BB962C8B-B14F-4D97-AF65-F5344CB8AC3E}">
        <p14:creationId xmlns:p14="http://schemas.microsoft.com/office/powerpoint/2010/main" val="1597292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AB8685F8-DB36-905A-8F89-6CDF9472D03A}"/>
              </a:ext>
            </a:extLst>
          </p:cNvPr>
          <p:cNvSpPr>
            <a:spLocks noGrp="1"/>
          </p:cNvSpPr>
          <p:nvPr>
            <p:ph type="dt" sz="half" idx="10"/>
          </p:nvPr>
        </p:nvSpPr>
        <p:spPr/>
        <p:txBody>
          <a:bodyPr/>
          <a:lstStyle>
            <a:lvl1pPr>
              <a:defRPr/>
            </a:lvl1pPr>
          </a:lstStyle>
          <a:p>
            <a:pPr>
              <a:defRPr/>
            </a:pPr>
            <a:fld id="{045D734F-24FF-4235-8C0A-E857C3C0C702}" type="datetimeFigureOut">
              <a:rPr lang="en-US"/>
              <a:pPr>
                <a:defRPr/>
              </a:pPr>
              <a:t>4/1/2026</a:t>
            </a:fld>
            <a:endParaRPr lang="en-US" dirty="0"/>
          </a:p>
        </p:txBody>
      </p:sp>
      <p:sp>
        <p:nvSpPr>
          <p:cNvPr id="8" name="Footer Placeholder 4">
            <a:extLst>
              <a:ext uri="{FF2B5EF4-FFF2-40B4-BE49-F238E27FC236}">
                <a16:creationId xmlns:a16="http://schemas.microsoft.com/office/drawing/2014/main" id="{6B614919-4465-19A6-9A1A-5A109896E694}"/>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0E8DE678-29D2-D1A7-7EF2-22A12AEA016C}"/>
              </a:ext>
            </a:extLst>
          </p:cNvPr>
          <p:cNvSpPr>
            <a:spLocks noGrp="1"/>
          </p:cNvSpPr>
          <p:nvPr>
            <p:ph type="sldNum" sz="quarter" idx="12"/>
          </p:nvPr>
        </p:nvSpPr>
        <p:spPr/>
        <p:txBody>
          <a:bodyPr/>
          <a:lstStyle>
            <a:lvl1pPr>
              <a:defRPr/>
            </a:lvl1pPr>
          </a:lstStyle>
          <a:p>
            <a:pPr>
              <a:defRPr/>
            </a:pPr>
            <a:fld id="{837DAD67-7F11-4274-8BD9-4A37BB773BE6}" type="slidenum">
              <a:rPr lang="en-US"/>
              <a:pPr>
                <a:defRPr/>
              </a:pPr>
              <a:t>‹#›</a:t>
            </a:fld>
            <a:endParaRPr lang="en-US" dirty="0"/>
          </a:p>
        </p:txBody>
      </p:sp>
    </p:spTree>
    <p:extLst>
      <p:ext uri="{BB962C8B-B14F-4D97-AF65-F5344CB8AC3E}">
        <p14:creationId xmlns:p14="http://schemas.microsoft.com/office/powerpoint/2010/main" val="518821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4D1A7A85-4E86-4F11-B11F-4EA08A0862BE}"/>
              </a:ext>
            </a:extLst>
          </p:cNvPr>
          <p:cNvSpPr>
            <a:spLocks noGrp="1"/>
          </p:cNvSpPr>
          <p:nvPr>
            <p:ph type="dt" sz="half" idx="10"/>
          </p:nvPr>
        </p:nvSpPr>
        <p:spPr/>
        <p:txBody>
          <a:bodyPr/>
          <a:lstStyle>
            <a:lvl1pPr>
              <a:defRPr/>
            </a:lvl1pPr>
          </a:lstStyle>
          <a:p>
            <a:pPr>
              <a:defRPr/>
            </a:pPr>
            <a:fld id="{223B3507-95E6-4E07-B3A2-6B77BC098802}" type="datetimeFigureOut">
              <a:rPr lang="en-US"/>
              <a:pPr>
                <a:defRPr/>
              </a:pPr>
              <a:t>4/1/2026</a:t>
            </a:fld>
            <a:endParaRPr lang="en-US" dirty="0"/>
          </a:p>
        </p:txBody>
      </p:sp>
      <p:sp>
        <p:nvSpPr>
          <p:cNvPr id="4" name="Footer Placeholder 4">
            <a:extLst>
              <a:ext uri="{FF2B5EF4-FFF2-40B4-BE49-F238E27FC236}">
                <a16:creationId xmlns:a16="http://schemas.microsoft.com/office/drawing/2014/main" id="{F400817D-CE06-59B4-7337-BE53B7D7AB3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F77EB165-95DC-A4FB-DC9B-C70BB4762BED}"/>
              </a:ext>
            </a:extLst>
          </p:cNvPr>
          <p:cNvSpPr>
            <a:spLocks noGrp="1"/>
          </p:cNvSpPr>
          <p:nvPr>
            <p:ph type="sldNum" sz="quarter" idx="12"/>
          </p:nvPr>
        </p:nvSpPr>
        <p:spPr/>
        <p:txBody>
          <a:bodyPr/>
          <a:lstStyle>
            <a:lvl1pPr>
              <a:defRPr/>
            </a:lvl1pPr>
          </a:lstStyle>
          <a:p>
            <a:pPr>
              <a:defRPr/>
            </a:pPr>
            <a:fld id="{1D224733-E1B2-4603-9465-53CC0113A89D}" type="slidenum">
              <a:rPr lang="en-US"/>
              <a:pPr>
                <a:defRPr/>
              </a:pPr>
              <a:t>‹#›</a:t>
            </a:fld>
            <a:endParaRPr lang="en-US" dirty="0"/>
          </a:p>
        </p:txBody>
      </p:sp>
    </p:spTree>
    <p:extLst>
      <p:ext uri="{BB962C8B-B14F-4D97-AF65-F5344CB8AC3E}">
        <p14:creationId xmlns:p14="http://schemas.microsoft.com/office/powerpoint/2010/main" val="1528175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4FAD9D1-ED4F-F9CC-B2C4-3A9C0C08D47D}"/>
              </a:ext>
            </a:extLst>
          </p:cNvPr>
          <p:cNvSpPr>
            <a:spLocks noGrp="1"/>
          </p:cNvSpPr>
          <p:nvPr>
            <p:ph type="dt" sz="half" idx="10"/>
          </p:nvPr>
        </p:nvSpPr>
        <p:spPr/>
        <p:txBody>
          <a:bodyPr/>
          <a:lstStyle>
            <a:lvl1pPr>
              <a:defRPr/>
            </a:lvl1pPr>
          </a:lstStyle>
          <a:p>
            <a:pPr>
              <a:defRPr/>
            </a:pPr>
            <a:fld id="{C1EA81FB-6BD0-4B66-B5CB-D986B9FD3CA4}" type="datetimeFigureOut">
              <a:rPr lang="en-US"/>
              <a:pPr>
                <a:defRPr/>
              </a:pPr>
              <a:t>4/1/2026</a:t>
            </a:fld>
            <a:endParaRPr lang="en-US" dirty="0"/>
          </a:p>
        </p:txBody>
      </p:sp>
      <p:sp>
        <p:nvSpPr>
          <p:cNvPr id="3" name="Footer Placeholder 4">
            <a:extLst>
              <a:ext uri="{FF2B5EF4-FFF2-40B4-BE49-F238E27FC236}">
                <a16:creationId xmlns:a16="http://schemas.microsoft.com/office/drawing/2014/main" id="{51AF7747-9CAC-F1F2-EF7F-022C39E80E4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E36B1AC0-DE70-E725-4230-35EB33003452}"/>
              </a:ext>
            </a:extLst>
          </p:cNvPr>
          <p:cNvSpPr>
            <a:spLocks noGrp="1"/>
          </p:cNvSpPr>
          <p:nvPr>
            <p:ph type="sldNum" sz="quarter" idx="12"/>
          </p:nvPr>
        </p:nvSpPr>
        <p:spPr/>
        <p:txBody>
          <a:bodyPr/>
          <a:lstStyle>
            <a:lvl1pPr>
              <a:defRPr/>
            </a:lvl1pPr>
          </a:lstStyle>
          <a:p>
            <a:pPr>
              <a:defRPr/>
            </a:pPr>
            <a:fld id="{BFB44F28-2D5B-45A3-B751-75B925E8826A}" type="slidenum">
              <a:rPr lang="en-US"/>
              <a:pPr>
                <a:defRPr/>
              </a:pPr>
              <a:t>‹#›</a:t>
            </a:fld>
            <a:endParaRPr lang="en-US" dirty="0"/>
          </a:p>
        </p:txBody>
      </p:sp>
    </p:spTree>
    <p:extLst>
      <p:ext uri="{BB962C8B-B14F-4D97-AF65-F5344CB8AC3E}">
        <p14:creationId xmlns:p14="http://schemas.microsoft.com/office/powerpoint/2010/main" val="1189192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endParaRPr lang="en-US" dirty="0"/>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3"/>
            </a:lvl1pPr>
            <a:lvl2pPr marL="377979" indent="0">
              <a:buNone/>
              <a:defRPr sz="1157"/>
            </a:lvl2pPr>
            <a:lvl3pPr marL="755957" indent="0">
              <a:buNone/>
              <a:defRPr sz="992"/>
            </a:lvl3pPr>
            <a:lvl4pPr marL="1133936" indent="0">
              <a:buNone/>
              <a:defRPr sz="827"/>
            </a:lvl4pPr>
            <a:lvl5pPr marL="1511915" indent="0">
              <a:buNone/>
              <a:defRPr sz="827"/>
            </a:lvl5pPr>
            <a:lvl6pPr marL="1889893" indent="0">
              <a:buNone/>
              <a:defRPr sz="827"/>
            </a:lvl6pPr>
            <a:lvl7pPr marL="2267872" indent="0">
              <a:buNone/>
              <a:defRPr sz="827"/>
            </a:lvl7pPr>
            <a:lvl8pPr marL="2645851" indent="0">
              <a:buNone/>
              <a:defRPr sz="827"/>
            </a:lvl8pPr>
            <a:lvl9pPr marL="3023829" indent="0">
              <a:buNone/>
              <a:defRPr sz="827"/>
            </a:lvl9pPr>
          </a:lstStyle>
          <a:p>
            <a:pPr lvl="0"/>
            <a:r>
              <a:rPr lang="en-US"/>
              <a:t>Click to edit Master text styles</a:t>
            </a:r>
          </a:p>
        </p:txBody>
      </p:sp>
      <p:sp>
        <p:nvSpPr>
          <p:cNvPr id="5" name="Date Placeholder 3">
            <a:extLst>
              <a:ext uri="{FF2B5EF4-FFF2-40B4-BE49-F238E27FC236}">
                <a16:creationId xmlns:a16="http://schemas.microsoft.com/office/drawing/2014/main" id="{0E0890E1-D7CB-AB82-041E-FFE5B06658CF}"/>
              </a:ext>
            </a:extLst>
          </p:cNvPr>
          <p:cNvSpPr>
            <a:spLocks noGrp="1"/>
          </p:cNvSpPr>
          <p:nvPr>
            <p:ph type="dt" sz="half" idx="10"/>
          </p:nvPr>
        </p:nvSpPr>
        <p:spPr/>
        <p:txBody>
          <a:bodyPr/>
          <a:lstStyle>
            <a:lvl1pPr>
              <a:defRPr/>
            </a:lvl1pPr>
          </a:lstStyle>
          <a:p>
            <a:pPr>
              <a:defRPr/>
            </a:pPr>
            <a:fld id="{BAF20C40-303D-4A58-BB13-0B8EB0D96378}" type="datetimeFigureOut">
              <a:rPr lang="en-US"/>
              <a:pPr>
                <a:defRPr/>
              </a:pPr>
              <a:t>4/1/2026</a:t>
            </a:fld>
            <a:endParaRPr lang="en-US" dirty="0"/>
          </a:p>
        </p:txBody>
      </p:sp>
      <p:sp>
        <p:nvSpPr>
          <p:cNvPr id="6" name="Footer Placeholder 4">
            <a:extLst>
              <a:ext uri="{FF2B5EF4-FFF2-40B4-BE49-F238E27FC236}">
                <a16:creationId xmlns:a16="http://schemas.microsoft.com/office/drawing/2014/main" id="{A5971D38-A6B9-6B6E-FF2A-CE08C5F2B5B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A7DB83B-F2A2-97CA-B770-1CCBF30258FB}"/>
              </a:ext>
            </a:extLst>
          </p:cNvPr>
          <p:cNvSpPr>
            <a:spLocks noGrp="1"/>
          </p:cNvSpPr>
          <p:nvPr>
            <p:ph type="sldNum" sz="quarter" idx="12"/>
          </p:nvPr>
        </p:nvSpPr>
        <p:spPr/>
        <p:txBody>
          <a:bodyPr/>
          <a:lstStyle>
            <a:lvl1pPr>
              <a:defRPr/>
            </a:lvl1pPr>
          </a:lstStyle>
          <a:p>
            <a:pPr>
              <a:defRPr/>
            </a:pPr>
            <a:fld id="{03BF8F56-394A-487C-BC10-F674F5F425B2}" type="slidenum">
              <a:rPr lang="en-US"/>
              <a:pPr>
                <a:defRPr/>
              </a:pPr>
              <a:t>‹#›</a:t>
            </a:fld>
            <a:endParaRPr lang="en-US" dirty="0"/>
          </a:p>
        </p:txBody>
      </p:sp>
    </p:spTree>
    <p:extLst>
      <p:ext uri="{BB962C8B-B14F-4D97-AF65-F5344CB8AC3E}">
        <p14:creationId xmlns:p14="http://schemas.microsoft.com/office/powerpoint/2010/main" val="792170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6"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2041" y="671971"/>
            <a:ext cx="6997914" cy="4239192"/>
          </a:xfrm>
        </p:spPr>
        <p:txBody>
          <a:bodyPr anchor="t"/>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5" name="Date Placeholder 3">
            <a:extLst>
              <a:ext uri="{FF2B5EF4-FFF2-40B4-BE49-F238E27FC236}">
                <a16:creationId xmlns:a16="http://schemas.microsoft.com/office/drawing/2014/main" id="{F2A8040D-35F2-EB2C-5173-19F9E6C29651}"/>
              </a:ext>
            </a:extLst>
          </p:cNvPr>
          <p:cNvSpPr>
            <a:spLocks noGrp="1"/>
          </p:cNvSpPr>
          <p:nvPr>
            <p:ph type="dt" sz="half" idx="10"/>
          </p:nvPr>
        </p:nvSpPr>
        <p:spPr/>
        <p:txBody>
          <a:bodyPr/>
          <a:lstStyle>
            <a:lvl1pPr>
              <a:defRPr/>
            </a:lvl1pPr>
          </a:lstStyle>
          <a:p>
            <a:pPr>
              <a:defRPr/>
            </a:pPr>
            <a:fld id="{9FFDE380-13A5-49F4-91C1-DE2B183D45CA}" type="datetimeFigureOut">
              <a:rPr lang="en-US"/>
              <a:pPr>
                <a:defRPr/>
              </a:pPr>
              <a:t>4/1/2026</a:t>
            </a:fld>
            <a:endParaRPr lang="en-US" dirty="0"/>
          </a:p>
        </p:txBody>
      </p:sp>
      <p:sp>
        <p:nvSpPr>
          <p:cNvPr id="6" name="Footer Placeholder 4">
            <a:extLst>
              <a:ext uri="{FF2B5EF4-FFF2-40B4-BE49-F238E27FC236}">
                <a16:creationId xmlns:a16="http://schemas.microsoft.com/office/drawing/2014/main" id="{3035E709-40AF-79BC-5466-0DD1D19CB04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B5AA8F0-0214-1F34-0169-6ED2B611BCA6}"/>
              </a:ext>
            </a:extLst>
          </p:cNvPr>
          <p:cNvSpPr>
            <a:spLocks noGrp="1"/>
          </p:cNvSpPr>
          <p:nvPr>
            <p:ph type="sldNum" sz="quarter" idx="12"/>
          </p:nvPr>
        </p:nvSpPr>
        <p:spPr/>
        <p:txBody>
          <a:bodyPr/>
          <a:lstStyle>
            <a:lvl1pPr>
              <a:defRPr/>
            </a:lvl1pPr>
          </a:lstStyle>
          <a:p>
            <a:pPr>
              <a:defRPr/>
            </a:pPr>
            <a:fld id="{74F7E80D-4A11-4B62-84AB-69904779998B}" type="slidenum">
              <a:rPr lang="en-US"/>
              <a:pPr>
                <a:defRPr/>
              </a:pPr>
              <a:t>‹#›</a:t>
            </a:fld>
            <a:endParaRPr lang="en-US" dirty="0"/>
          </a:p>
        </p:txBody>
      </p:sp>
    </p:spTree>
    <p:extLst>
      <p:ext uri="{BB962C8B-B14F-4D97-AF65-F5344CB8AC3E}">
        <p14:creationId xmlns:p14="http://schemas.microsoft.com/office/powerpoint/2010/main" val="3528554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23621E-E96F-6B43-7475-33551F5B6074}"/>
              </a:ext>
            </a:extLst>
          </p:cNvPr>
          <p:cNvSpPr>
            <a:spLocks noGrp="1"/>
          </p:cNvSpPr>
          <p:nvPr>
            <p:ph type="dt" sz="half" idx="10"/>
          </p:nvPr>
        </p:nvSpPr>
        <p:spPr/>
        <p:txBody>
          <a:bodyPr/>
          <a:lstStyle>
            <a:lvl1pPr>
              <a:defRPr/>
            </a:lvl1pPr>
          </a:lstStyle>
          <a:p>
            <a:pPr>
              <a:defRPr/>
            </a:pPr>
            <a:fld id="{20C7F801-482A-45F2-BBEF-65BFD9642D2D}" type="datetimeFigureOut">
              <a:rPr lang="en-US"/>
              <a:pPr>
                <a:defRPr/>
              </a:pPr>
              <a:t>4/1/2026</a:t>
            </a:fld>
            <a:endParaRPr lang="en-US" dirty="0"/>
          </a:p>
        </p:txBody>
      </p:sp>
      <p:sp>
        <p:nvSpPr>
          <p:cNvPr id="5" name="Footer Placeholder 4">
            <a:extLst>
              <a:ext uri="{FF2B5EF4-FFF2-40B4-BE49-F238E27FC236}">
                <a16:creationId xmlns:a16="http://schemas.microsoft.com/office/drawing/2014/main" id="{258EA397-EC7A-E1FD-ED16-E93073497EB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20708A2-2628-84C8-BBD0-C72229968A43}"/>
              </a:ext>
            </a:extLst>
          </p:cNvPr>
          <p:cNvSpPr>
            <a:spLocks noGrp="1"/>
          </p:cNvSpPr>
          <p:nvPr>
            <p:ph type="sldNum" sz="quarter" idx="12"/>
          </p:nvPr>
        </p:nvSpPr>
        <p:spPr/>
        <p:txBody>
          <a:bodyPr/>
          <a:lstStyle>
            <a:lvl1pPr>
              <a:defRPr/>
            </a:lvl1pPr>
          </a:lstStyle>
          <a:p>
            <a:pPr>
              <a:defRPr/>
            </a:pPr>
            <a:fld id="{46AF6BD0-C214-4B0F-87F5-E759BEAFE00A}" type="slidenum">
              <a:rPr lang="en-US"/>
              <a:pPr>
                <a:defRPr/>
              </a:pPr>
              <a:t>‹#›</a:t>
            </a:fld>
            <a:endParaRPr lang="en-US" dirty="0"/>
          </a:p>
        </p:txBody>
      </p:sp>
    </p:spTree>
    <p:extLst>
      <p:ext uri="{BB962C8B-B14F-4D97-AF65-F5344CB8AC3E}">
        <p14:creationId xmlns:p14="http://schemas.microsoft.com/office/powerpoint/2010/main" val="1333971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2C5822-92A2-3CF6-1CE5-3EA7435755BC}"/>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9622D313-D9B9-5B68-8F85-D68C3ADF2C13}"/>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E2E0F327-6810-0E39-34E9-ACD2C929BB1A}"/>
              </a:ext>
            </a:extLst>
          </p:cNvPr>
          <p:cNvSpPr>
            <a:spLocks noGrp="1"/>
          </p:cNvSpPr>
          <p:nvPr>
            <p:ph type="dt" sz="half" idx="14"/>
          </p:nvPr>
        </p:nvSpPr>
        <p:spPr/>
        <p:txBody>
          <a:bodyPr/>
          <a:lstStyle>
            <a:lvl1pPr>
              <a:defRPr/>
            </a:lvl1pPr>
          </a:lstStyle>
          <a:p>
            <a:pPr>
              <a:defRPr/>
            </a:pPr>
            <a:fld id="{11B56AEC-92FC-47C2-B6E9-97EC4F65250E}" type="datetimeFigureOut">
              <a:rPr lang="en-US"/>
              <a:pPr>
                <a:defRPr/>
              </a:pPr>
              <a:t>4/1/2026</a:t>
            </a:fld>
            <a:endParaRPr lang="en-US" dirty="0"/>
          </a:p>
        </p:txBody>
      </p:sp>
      <p:sp>
        <p:nvSpPr>
          <p:cNvPr id="7" name="Footer Placeholder 4">
            <a:extLst>
              <a:ext uri="{FF2B5EF4-FFF2-40B4-BE49-F238E27FC236}">
                <a16:creationId xmlns:a16="http://schemas.microsoft.com/office/drawing/2014/main" id="{DB8F0138-1CB8-8247-06AA-44E27BDEA9FB}"/>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177D8874-3671-29A4-E39A-9623FDD4C876}"/>
              </a:ext>
            </a:extLst>
          </p:cNvPr>
          <p:cNvSpPr>
            <a:spLocks noGrp="1"/>
          </p:cNvSpPr>
          <p:nvPr>
            <p:ph type="sldNum" sz="quarter" idx="16"/>
          </p:nvPr>
        </p:nvSpPr>
        <p:spPr/>
        <p:txBody>
          <a:bodyPr/>
          <a:lstStyle>
            <a:lvl1pPr>
              <a:defRPr/>
            </a:lvl1pPr>
          </a:lstStyle>
          <a:p>
            <a:pPr>
              <a:defRPr/>
            </a:pPr>
            <a:fld id="{8F058192-3E32-44D3-ADA0-5E69AB610904}" type="slidenum">
              <a:rPr lang="en-US"/>
              <a:pPr>
                <a:defRPr/>
              </a:pPr>
              <a:t>‹#›</a:t>
            </a:fld>
            <a:endParaRPr lang="en-US" dirty="0"/>
          </a:p>
        </p:txBody>
      </p:sp>
    </p:spTree>
    <p:extLst>
      <p:ext uri="{BB962C8B-B14F-4D97-AF65-F5344CB8AC3E}">
        <p14:creationId xmlns:p14="http://schemas.microsoft.com/office/powerpoint/2010/main" val="38640963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1668810"/>
          </a:xfrm>
        </p:spPr>
        <p:txBody>
          <a:bodyPr anchor="t"/>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EAC4B2-1A6F-FCF7-33B9-CEA516773451}"/>
              </a:ext>
            </a:extLst>
          </p:cNvPr>
          <p:cNvSpPr>
            <a:spLocks noGrp="1"/>
          </p:cNvSpPr>
          <p:nvPr>
            <p:ph type="dt" sz="half" idx="10"/>
          </p:nvPr>
        </p:nvSpPr>
        <p:spPr/>
        <p:txBody>
          <a:bodyPr/>
          <a:lstStyle>
            <a:lvl1pPr>
              <a:defRPr/>
            </a:lvl1pPr>
          </a:lstStyle>
          <a:p>
            <a:pPr>
              <a:defRPr/>
            </a:pPr>
            <a:fld id="{6CA08D5B-C39A-42F6-86C9-FEDBDD8F5721}" type="datetimeFigureOut">
              <a:rPr lang="en-US"/>
              <a:pPr>
                <a:defRPr/>
              </a:pPr>
              <a:t>4/1/2026</a:t>
            </a:fld>
            <a:endParaRPr lang="en-US" dirty="0"/>
          </a:p>
        </p:txBody>
      </p:sp>
      <p:sp>
        <p:nvSpPr>
          <p:cNvPr id="5" name="Footer Placeholder 4">
            <a:extLst>
              <a:ext uri="{FF2B5EF4-FFF2-40B4-BE49-F238E27FC236}">
                <a16:creationId xmlns:a16="http://schemas.microsoft.com/office/drawing/2014/main" id="{43A07516-BFB6-6DC2-4A53-7B286FB2087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5298A6B-82BD-8C6D-CCB4-6CE842EFE4D8}"/>
              </a:ext>
            </a:extLst>
          </p:cNvPr>
          <p:cNvSpPr>
            <a:spLocks noGrp="1"/>
          </p:cNvSpPr>
          <p:nvPr>
            <p:ph type="sldNum" sz="quarter" idx="12"/>
          </p:nvPr>
        </p:nvSpPr>
        <p:spPr/>
        <p:txBody>
          <a:bodyPr/>
          <a:lstStyle>
            <a:lvl1pPr>
              <a:defRPr/>
            </a:lvl1pPr>
          </a:lstStyle>
          <a:p>
            <a:pPr>
              <a:defRPr/>
            </a:pPr>
            <a:fld id="{437F0474-CB59-4B74-B54D-1F0BD266B8EA}" type="slidenum">
              <a:rPr lang="en-US"/>
              <a:pPr>
                <a:defRPr/>
              </a:pPr>
              <a:t>‹#›</a:t>
            </a:fld>
            <a:endParaRPr lang="en-US" dirty="0"/>
          </a:p>
        </p:txBody>
      </p:sp>
    </p:spTree>
    <p:extLst>
      <p:ext uri="{BB962C8B-B14F-4D97-AF65-F5344CB8AC3E}">
        <p14:creationId xmlns:p14="http://schemas.microsoft.com/office/powerpoint/2010/main" val="28635011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D9F188-BB2D-AAB2-A940-408F9AE6DE3A}"/>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601AB762-66B8-3D18-1AAE-75E9C050FEB4}"/>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B1B54C07-0845-4CA2-6A48-E885E4F7D15D}"/>
              </a:ext>
            </a:extLst>
          </p:cNvPr>
          <p:cNvSpPr>
            <a:spLocks noGrp="1"/>
          </p:cNvSpPr>
          <p:nvPr>
            <p:ph type="dt" sz="half" idx="14"/>
          </p:nvPr>
        </p:nvSpPr>
        <p:spPr/>
        <p:txBody>
          <a:bodyPr/>
          <a:lstStyle>
            <a:lvl1pPr>
              <a:defRPr/>
            </a:lvl1pPr>
          </a:lstStyle>
          <a:p>
            <a:pPr>
              <a:defRPr/>
            </a:pPr>
            <a:fld id="{F02F37B7-7FBC-4C0D-8858-06A84CB693CA}" type="datetimeFigureOut">
              <a:rPr lang="en-US"/>
              <a:pPr>
                <a:defRPr/>
              </a:pPr>
              <a:t>4/1/2026</a:t>
            </a:fld>
            <a:endParaRPr lang="en-US" dirty="0"/>
          </a:p>
        </p:txBody>
      </p:sp>
      <p:sp>
        <p:nvSpPr>
          <p:cNvPr id="7" name="Footer Placeholder 4">
            <a:extLst>
              <a:ext uri="{FF2B5EF4-FFF2-40B4-BE49-F238E27FC236}">
                <a16:creationId xmlns:a16="http://schemas.microsoft.com/office/drawing/2014/main" id="{8D0074F7-C52C-594D-8E2B-D16D38AA4709}"/>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3CBE3002-6E74-A1A8-EB67-955554AC3A02}"/>
              </a:ext>
            </a:extLst>
          </p:cNvPr>
          <p:cNvSpPr>
            <a:spLocks noGrp="1"/>
          </p:cNvSpPr>
          <p:nvPr>
            <p:ph type="sldNum" sz="quarter" idx="16"/>
          </p:nvPr>
        </p:nvSpPr>
        <p:spPr/>
        <p:txBody>
          <a:bodyPr/>
          <a:lstStyle>
            <a:lvl1pPr>
              <a:defRPr/>
            </a:lvl1pPr>
          </a:lstStyle>
          <a:p>
            <a:pPr>
              <a:defRPr/>
            </a:pPr>
            <a:fld id="{A5AC6D20-53E6-4644-B8CD-AA8231FF95FE}" type="slidenum">
              <a:rPr lang="en-US"/>
              <a:pPr>
                <a:defRPr/>
              </a:pPr>
              <a:t>‹#›</a:t>
            </a:fld>
            <a:endParaRPr lang="en-US" dirty="0"/>
          </a:p>
        </p:txBody>
      </p:sp>
    </p:spTree>
    <p:extLst>
      <p:ext uri="{BB962C8B-B14F-4D97-AF65-F5344CB8AC3E}">
        <p14:creationId xmlns:p14="http://schemas.microsoft.com/office/powerpoint/2010/main" val="1076717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002B1E-1F95-464F-33D3-96F3D7742175}"/>
              </a:ext>
            </a:extLst>
          </p:cNvPr>
          <p:cNvSpPr>
            <a:spLocks noGrp="1"/>
          </p:cNvSpPr>
          <p:nvPr>
            <p:ph type="dt" sz="half" idx="14"/>
          </p:nvPr>
        </p:nvSpPr>
        <p:spPr/>
        <p:txBody>
          <a:bodyPr/>
          <a:lstStyle>
            <a:lvl1pPr>
              <a:defRPr/>
            </a:lvl1pPr>
          </a:lstStyle>
          <a:p>
            <a:pPr>
              <a:defRPr/>
            </a:pPr>
            <a:fld id="{B9838AAC-8FCB-4319-A461-142C43B4D60E}" type="datetimeFigureOut">
              <a:rPr lang="en-US"/>
              <a:pPr>
                <a:defRPr/>
              </a:pPr>
              <a:t>4/1/2026</a:t>
            </a:fld>
            <a:endParaRPr lang="en-US" dirty="0"/>
          </a:p>
        </p:txBody>
      </p:sp>
      <p:sp>
        <p:nvSpPr>
          <p:cNvPr id="5" name="Footer Placeholder 4">
            <a:extLst>
              <a:ext uri="{FF2B5EF4-FFF2-40B4-BE49-F238E27FC236}">
                <a16:creationId xmlns:a16="http://schemas.microsoft.com/office/drawing/2014/main" id="{70B67DDD-0CAB-1E2F-62AF-246D7E161872}"/>
              </a:ext>
            </a:extLst>
          </p:cNvPr>
          <p:cNvSpPr>
            <a:spLocks noGrp="1"/>
          </p:cNvSpPr>
          <p:nvPr>
            <p:ph type="ftr" sz="quarter" idx="15"/>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531195F-BCB3-F862-167B-E5B09EC391FA}"/>
              </a:ext>
            </a:extLst>
          </p:cNvPr>
          <p:cNvSpPr>
            <a:spLocks noGrp="1"/>
          </p:cNvSpPr>
          <p:nvPr>
            <p:ph type="sldNum" sz="quarter" idx="16"/>
          </p:nvPr>
        </p:nvSpPr>
        <p:spPr/>
        <p:txBody>
          <a:bodyPr/>
          <a:lstStyle>
            <a:lvl1pPr>
              <a:defRPr/>
            </a:lvl1pPr>
          </a:lstStyle>
          <a:p>
            <a:pPr>
              <a:defRPr/>
            </a:pPr>
            <a:fld id="{199CA985-1A41-45EA-B20F-DF1FA7F0FFE9}" type="slidenum">
              <a:rPr lang="en-US"/>
              <a:pPr>
                <a:defRPr/>
              </a:pPr>
              <a:t>‹#›</a:t>
            </a:fld>
            <a:endParaRPr lang="en-US" dirty="0"/>
          </a:p>
        </p:txBody>
      </p:sp>
    </p:spTree>
    <p:extLst>
      <p:ext uri="{BB962C8B-B14F-4D97-AF65-F5344CB8AC3E}">
        <p14:creationId xmlns:p14="http://schemas.microsoft.com/office/powerpoint/2010/main" val="17308601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914E1B5-539F-9FDA-65F6-5AB4EF212CC1}"/>
              </a:ext>
            </a:extLst>
          </p:cNvPr>
          <p:cNvSpPr>
            <a:spLocks noGrp="1"/>
          </p:cNvSpPr>
          <p:nvPr>
            <p:ph type="dt" sz="half" idx="10"/>
          </p:nvPr>
        </p:nvSpPr>
        <p:spPr/>
        <p:txBody>
          <a:bodyPr/>
          <a:lstStyle>
            <a:lvl1pPr>
              <a:defRPr/>
            </a:lvl1pPr>
          </a:lstStyle>
          <a:p>
            <a:pPr>
              <a:defRPr/>
            </a:pPr>
            <a:fld id="{7EF7FD09-8CB6-4885-981B-3A80A193AB26}" type="datetimeFigureOut">
              <a:rPr lang="en-US"/>
              <a:pPr>
                <a:defRPr/>
              </a:pPr>
              <a:t>4/1/2026</a:t>
            </a:fld>
            <a:endParaRPr lang="en-US" dirty="0"/>
          </a:p>
        </p:txBody>
      </p:sp>
      <p:sp>
        <p:nvSpPr>
          <p:cNvPr id="5" name="Footer Placeholder 4">
            <a:extLst>
              <a:ext uri="{FF2B5EF4-FFF2-40B4-BE49-F238E27FC236}">
                <a16:creationId xmlns:a16="http://schemas.microsoft.com/office/drawing/2014/main" id="{878BBFA4-0714-175E-4781-68B3E684AED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34725E9-824C-7678-BB6C-43785CDA3B79}"/>
              </a:ext>
            </a:extLst>
          </p:cNvPr>
          <p:cNvSpPr>
            <a:spLocks noGrp="1"/>
          </p:cNvSpPr>
          <p:nvPr>
            <p:ph type="sldNum" sz="quarter" idx="12"/>
          </p:nvPr>
        </p:nvSpPr>
        <p:spPr/>
        <p:txBody>
          <a:bodyPr/>
          <a:lstStyle>
            <a:lvl1pPr>
              <a:defRPr/>
            </a:lvl1pPr>
          </a:lstStyle>
          <a:p>
            <a:pPr>
              <a:defRPr/>
            </a:pPr>
            <a:fld id="{44D5101A-67F0-4D6C-A22A-BB3D6C77D89F}" type="slidenum">
              <a:rPr lang="en-US"/>
              <a:pPr>
                <a:defRPr/>
              </a:pPr>
              <a:t>‹#›</a:t>
            </a:fld>
            <a:endParaRPr lang="en-US" dirty="0"/>
          </a:p>
        </p:txBody>
      </p:sp>
    </p:spTree>
    <p:extLst>
      <p:ext uri="{BB962C8B-B14F-4D97-AF65-F5344CB8AC3E}">
        <p14:creationId xmlns:p14="http://schemas.microsoft.com/office/powerpoint/2010/main" val="32796180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880CE46-24AF-247F-4C46-95367DCEEF97}"/>
              </a:ext>
            </a:extLst>
          </p:cNvPr>
          <p:cNvSpPr>
            <a:spLocks noGrp="1"/>
          </p:cNvSpPr>
          <p:nvPr>
            <p:ph type="dt" sz="half" idx="10"/>
          </p:nvPr>
        </p:nvSpPr>
        <p:spPr/>
        <p:txBody>
          <a:bodyPr/>
          <a:lstStyle>
            <a:lvl1pPr>
              <a:defRPr/>
            </a:lvl1pPr>
          </a:lstStyle>
          <a:p>
            <a:pPr>
              <a:defRPr/>
            </a:pPr>
            <a:fld id="{51CC5822-F83A-4B25-8294-BB2A574F69AE}" type="datetimeFigureOut">
              <a:rPr lang="en-US"/>
              <a:pPr>
                <a:defRPr/>
              </a:pPr>
              <a:t>4/1/2026</a:t>
            </a:fld>
            <a:endParaRPr lang="en-US" dirty="0"/>
          </a:p>
        </p:txBody>
      </p:sp>
      <p:sp>
        <p:nvSpPr>
          <p:cNvPr id="5" name="Footer Placeholder 4">
            <a:extLst>
              <a:ext uri="{FF2B5EF4-FFF2-40B4-BE49-F238E27FC236}">
                <a16:creationId xmlns:a16="http://schemas.microsoft.com/office/drawing/2014/main" id="{B3EFBA84-5E17-7290-FE36-BDE039FE5F8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5EBEAAE-201E-FA8D-3F40-32FD3D7B6352}"/>
              </a:ext>
            </a:extLst>
          </p:cNvPr>
          <p:cNvSpPr>
            <a:spLocks noGrp="1"/>
          </p:cNvSpPr>
          <p:nvPr>
            <p:ph type="sldNum" sz="quarter" idx="12"/>
          </p:nvPr>
        </p:nvSpPr>
        <p:spPr/>
        <p:txBody>
          <a:bodyPr/>
          <a:lstStyle>
            <a:lvl1pPr>
              <a:defRPr/>
            </a:lvl1pPr>
          </a:lstStyle>
          <a:p>
            <a:pPr>
              <a:defRPr/>
            </a:pPr>
            <a:fld id="{17427438-3211-48F5-A866-18CBE5D6CECF}" type="slidenum">
              <a:rPr lang="en-US"/>
              <a:pPr>
                <a:defRPr/>
              </a:pPr>
              <a:t>‹#›</a:t>
            </a:fld>
            <a:endParaRPr lang="en-US" dirty="0"/>
          </a:p>
        </p:txBody>
      </p:sp>
    </p:spTree>
    <p:extLst>
      <p:ext uri="{BB962C8B-B14F-4D97-AF65-F5344CB8AC3E}">
        <p14:creationId xmlns:p14="http://schemas.microsoft.com/office/powerpoint/2010/main" val="1758743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6">
            <a:extLst>
              <a:ext uri="{FF2B5EF4-FFF2-40B4-BE49-F238E27FC236}">
                <a16:creationId xmlns:a16="http://schemas.microsoft.com/office/drawing/2014/main" id="{0041C1C2-6CE1-22FE-50F0-7E8C8B1787C7}"/>
              </a:ext>
            </a:extLst>
          </p:cNvPr>
          <p:cNvGrpSpPr>
            <a:grpSpLocks/>
          </p:cNvGrpSpPr>
          <p:nvPr/>
        </p:nvGrpSpPr>
        <p:grpSpPr bwMode="auto">
          <a:xfrm>
            <a:off x="-9525" y="-9525"/>
            <a:ext cx="10110788" cy="7578725"/>
            <a:chOff x="-8467" y="-8468"/>
            <a:chExt cx="9171317" cy="6874935"/>
          </a:xfrm>
        </p:grpSpPr>
        <p:sp>
          <p:nvSpPr>
            <p:cNvPr id="7" name="Freeform 6">
              <a:extLst>
                <a:ext uri="{FF2B5EF4-FFF2-40B4-BE49-F238E27FC236}">
                  <a16:creationId xmlns:a16="http://schemas.microsoft.com/office/drawing/2014/main" id="{83923620-3476-F0C8-AEAB-6E0724D96F5C}"/>
                </a:ext>
              </a:extLst>
            </p:cNvPr>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a:extLst>
                <a:ext uri="{FF2B5EF4-FFF2-40B4-BE49-F238E27FC236}">
                  <a16:creationId xmlns:a16="http://schemas.microsoft.com/office/drawing/2014/main" id="{E798DADA-3256-D599-EA25-D43B569C1683}"/>
                </a:ext>
              </a:extLst>
            </p:cNvPr>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A5ABB60-EA20-8CD4-E642-BC25ACFF0CA3}"/>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49269243-E36C-06D0-A034-6ED193B357A1}"/>
                </a:ext>
              </a:extLst>
            </p:cNvPr>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a:extLst>
                <a:ext uri="{FF2B5EF4-FFF2-40B4-BE49-F238E27FC236}">
                  <a16:creationId xmlns:a16="http://schemas.microsoft.com/office/drawing/2014/main" id="{80DFC9E6-36A8-67E0-D7E2-26F957248C9F}"/>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a:extLst>
                <a:ext uri="{FF2B5EF4-FFF2-40B4-BE49-F238E27FC236}">
                  <a16:creationId xmlns:a16="http://schemas.microsoft.com/office/drawing/2014/main" id="{F72480CC-123A-C9BD-5234-E9D9D6F933F6}"/>
                </a:ext>
              </a:extLst>
            </p:cNvPr>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a:extLst>
                <a:ext uri="{FF2B5EF4-FFF2-40B4-BE49-F238E27FC236}">
                  <a16:creationId xmlns:a16="http://schemas.microsoft.com/office/drawing/2014/main" id="{620391A1-48B9-386A-FD18-1D3C10C42368}"/>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a:extLst>
                <a:ext uri="{FF2B5EF4-FFF2-40B4-BE49-F238E27FC236}">
                  <a16:creationId xmlns:a16="http://schemas.microsoft.com/office/drawing/2014/main" id="{9445C599-02C5-F4EF-4DC4-584228680EB8}"/>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a:extLst>
                <a:ext uri="{FF2B5EF4-FFF2-40B4-BE49-F238E27FC236}">
                  <a16:creationId xmlns:a16="http://schemas.microsoft.com/office/drawing/2014/main" id="{40E4C3B7-6627-8A9C-5D14-93C49874059E}"/>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a:extLst>
                <a:ext uri="{FF2B5EF4-FFF2-40B4-BE49-F238E27FC236}">
                  <a16:creationId xmlns:a16="http://schemas.microsoft.com/office/drawing/2014/main" id="{FA590F02-4941-4C2B-A375-F623F7461554}"/>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a:extLst>
              <a:ext uri="{FF2B5EF4-FFF2-40B4-BE49-F238E27FC236}">
                <a16:creationId xmlns:a16="http://schemas.microsoft.com/office/drawing/2014/main" id="{47659072-A172-9DC9-07A6-D68385E6C11A}"/>
              </a:ext>
            </a:extLst>
          </p:cNvPr>
          <p:cNvSpPr>
            <a:spLocks noGrp="1"/>
          </p:cNvSpPr>
          <p:nvPr>
            <p:ph type="title"/>
          </p:nvPr>
        </p:nvSpPr>
        <p:spPr>
          <a:xfrm>
            <a:off x="671513" y="671513"/>
            <a:ext cx="6997700" cy="145573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123F94B-C2D1-DD82-F519-EC6AD267A8C6}"/>
              </a:ext>
            </a:extLst>
          </p:cNvPr>
          <p:cNvSpPr>
            <a:spLocks noGrp="1"/>
          </p:cNvSpPr>
          <p:nvPr>
            <p:ph type="body" idx="1"/>
          </p:nvPr>
        </p:nvSpPr>
        <p:spPr>
          <a:xfrm>
            <a:off x="671513" y="2381250"/>
            <a:ext cx="6997700" cy="42783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FE76110-F9BC-A0DD-B85E-387FADA402DB}"/>
              </a:ext>
            </a:extLst>
          </p:cNvPr>
          <p:cNvSpPr>
            <a:spLocks noGrp="1"/>
          </p:cNvSpPr>
          <p:nvPr>
            <p:ph type="dt" sz="half" idx="2"/>
          </p:nvPr>
        </p:nvSpPr>
        <p:spPr>
          <a:xfrm>
            <a:off x="5959475" y="6659563"/>
            <a:ext cx="754063" cy="401637"/>
          </a:xfrm>
          <a:prstGeom prst="rect">
            <a:avLst/>
          </a:prstGeom>
        </p:spPr>
        <p:txBody>
          <a:bodyPr vert="horz" lIns="91440" tIns="45720" rIns="91440" bIns="45720" rtlCol="0" anchor="ctr"/>
          <a:lstStyle>
            <a:lvl1pPr algn="r" eaLnBrk="1" fontAlgn="auto" hangingPunct="1">
              <a:spcBef>
                <a:spcPts val="0"/>
              </a:spcBef>
              <a:spcAft>
                <a:spcPts val="0"/>
              </a:spcAft>
              <a:defRPr sz="992" smtClean="0">
                <a:solidFill>
                  <a:schemeClr val="tx1">
                    <a:tint val="75000"/>
                  </a:schemeClr>
                </a:solidFill>
                <a:latin typeface="+mn-lt"/>
              </a:defRPr>
            </a:lvl1pPr>
          </a:lstStyle>
          <a:p>
            <a:pPr>
              <a:defRPr/>
            </a:pPr>
            <a:fld id="{607FD37E-979D-4339-848A-0400CD102A38}" type="datetimeFigureOut">
              <a:rPr lang="en-US"/>
              <a:pPr>
                <a:defRPr/>
              </a:pPr>
              <a:t>4/1/2026</a:t>
            </a:fld>
            <a:endParaRPr lang="en-US" dirty="0"/>
          </a:p>
        </p:txBody>
      </p:sp>
      <p:sp>
        <p:nvSpPr>
          <p:cNvPr id="5" name="Footer Placeholder 4">
            <a:extLst>
              <a:ext uri="{FF2B5EF4-FFF2-40B4-BE49-F238E27FC236}">
                <a16:creationId xmlns:a16="http://schemas.microsoft.com/office/drawing/2014/main" id="{90DCC2C5-EC30-2703-D1A3-4475A7DBCC28}"/>
              </a:ext>
            </a:extLst>
          </p:cNvPr>
          <p:cNvSpPr>
            <a:spLocks noGrp="1"/>
          </p:cNvSpPr>
          <p:nvPr>
            <p:ph type="ftr" sz="quarter" idx="3"/>
          </p:nvPr>
        </p:nvSpPr>
        <p:spPr>
          <a:xfrm>
            <a:off x="671513" y="6659563"/>
            <a:ext cx="5097462" cy="401637"/>
          </a:xfrm>
          <a:prstGeom prst="rect">
            <a:avLst/>
          </a:prstGeom>
        </p:spPr>
        <p:txBody>
          <a:bodyPr vert="horz" lIns="91440" tIns="45720" rIns="91440" bIns="45720" rtlCol="0" anchor="ctr"/>
          <a:lstStyle>
            <a:lvl1pPr algn="l" eaLnBrk="1" fontAlgn="auto" hangingPunct="1">
              <a:spcBef>
                <a:spcPts val="0"/>
              </a:spcBef>
              <a:spcAft>
                <a:spcPts val="0"/>
              </a:spcAft>
              <a:defRPr sz="992" dirty="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33F62FE7-60B9-AAC8-4061-3C756F333DD0}"/>
              </a:ext>
            </a:extLst>
          </p:cNvPr>
          <p:cNvSpPr>
            <a:spLocks noGrp="1"/>
          </p:cNvSpPr>
          <p:nvPr>
            <p:ph type="sldNum" sz="quarter" idx="4"/>
          </p:nvPr>
        </p:nvSpPr>
        <p:spPr>
          <a:xfrm>
            <a:off x="7104063" y="6659563"/>
            <a:ext cx="565150" cy="401637"/>
          </a:xfrm>
          <a:prstGeom prst="rect">
            <a:avLst/>
          </a:prstGeom>
        </p:spPr>
        <p:txBody>
          <a:bodyPr vert="horz" lIns="91440" tIns="45720" rIns="91440" bIns="45720" rtlCol="0" anchor="ctr"/>
          <a:lstStyle>
            <a:lvl1pPr algn="r" eaLnBrk="1" fontAlgn="auto" hangingPunct="1">
              <a:spcBef>
                <a:spcPts val="0"/>
              </a:spcBef>
              <a:spcAft>
                <a:spcPts val="0"/>
              </a:spcAft>
              <a:defRPr sz="992" smtClean="0">
                <a:solidFill>
                  <a:schemeClr val="accent1"/>
                </a:solidFill>
                <a:latin typeface="+mn-lt"/>
              </a:defRPr>
            </a:lvl1pPr>
          </a:lstStyle>
          <a:p>
            <a:pPr>
              <a:defRPr/>
            </a:pPr>
            <a:fld id="{C39031A6-9FF0-4F69-A41E-7A6EE1E60AE8}"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39"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40" r:id="rId11"/>
    <p:sldLayoutId id="2147483735" r:id="rId12"/>
    <p:sldLayoutId id="2147483741" r:id="rId13"/>
    <p:sldLayoutId id="2147483736" r:id="rId14"/>
    <p:sldLayoutId id="2147483737" r:id="rId15"/>
    <p:sldLayoutId id="2147483738" r:id="rId16"/>
  </p:sldLayoutIdLst>
  <p:txStyles>
    <p:titleStyle>
      <a:lvl1pPr algn="l" defTabSz="503238" rtl="0" fontAlgn="base">
        <a:spcBef>
          <a:spcPct val="0"/>
        </a:spcBef>
        <a:spcAft>
          <a:spcPct val="0"/>
        </a:spcAft>
        <a:defRPr sz="3900" kern="1200">
          <a:solidFill>
            <a:schemeClr val="accent1"/>
          </a:solidFill>
          <a:latin typeface="+mj-lt"/>
          <a:ea typeface="+mj-ea"/>
          <a:cs typeface="+mj-cs"/>
        </a:defRPr>
      </a:lvl1pPr>
      <a:lvl2pPr algn="l" defTabSz="503238" rtl="0" fontAlgn="base">
        <a:spcBef>
          <a:spcPct val="0"/>
        </a:spcBef>
        <a:spcAft>
          <a:spcPct val="0"/>
        </a:spcAft>
        <a:defRPr sz="3900">
          <a:solidFill>
            <a:schemeClr val="accent1"/>
          </a:solidFill>
          <a:latin typeface="Trebuchet MS" panose="020B0603020202020204" pitchFamily="34" charset="0"/>
        </a:defRPr>
      </a:lvl2pPr>
      <a:lvl3pPr algn="l" defTabSz="503238" rtl="0" fontAlgn="base">
        <a:spcBef>
          <a:spcPct val="0"/>
        </a:spcBef>
        <a:spcAft>
          <a:spcPct val="0"/>
        </a:spcAft>
        <a:defRPr sz="3900">
          <a:solidFill>
            <a:schemeClr val="accent1"/>
          </a:solidFill>
          <a:latin typeface="Trebuchet MS" panose="020B0603020202020204" pitchFamily="34" charset="0"/>
        </a:defRPr>
      </a:lvl3pPr>
      <a:lvl4pPr algn="l" defTabSz="503238" rtl="0" fontAlgn="base">
        <a:spcBef>
          <a:spcPct val="0"/>
        </a:spcBef>
        <a:spcAft>
          <a:spcPct val="0"/>
        </a:spcAft>
        <a:defRPr sz="3900">
          <a:solidFill>
            <a:schemeClr val="accent1"/>
          </a:solidFill>
          <a:latin typeface="Trebuchet MS" panose="020B0603020202020204" pitchFamily="34" charset="0"/>
        </a:defRPr>
      </a:lvl4pPr>
      <a:lvl5pPr algn="l" defTabSz="503238" rtl="0" fontAlgn="base">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mn-lt"/>
          <a:ea typeface="+mn-ea"/>
          <a:cs typeface="+mn-cs"/>
        </a:defRPr>
      </a:lvl1pPr>
      <a:lvl2pPr marL="817563" indent="-314325" algn="l" defTabSz="503238" rtl="0" fontAlgn="base">
        <a:spcBef>
          <a:spcPts val="1100"/>
        </a:spcBef>
        <a:spcAft>
          <a:spcPct val="0"/>
        </a:spcAft>
        <a:buClr>
          <a:schemeClr val="accent1"/>
        </a:buClr>
        <a:buSzPct val="80000"/>
        <a:buFont typeface="Wingdings 3" panose="05040102010807070707" pitchFamily="18" charset="2"/>
        <a:buChar char=""/>
        <a:defRPr sz="1700" kern="1200">
          <a:solidFill>
            <a:srgbClr val="404040"/>
          </a:solidFill>
          <a:latin typeface="+mn-lt"/>
          <a:ea typeface="+mn-ea"/>
          <a:cs typeface="+mn-cs"/>
        </a:defRPr>
      </a:lvl2pPr>
      <a:lvl3pPr marL="1258888" indent="-250825" algn="l" defTabSz="503238" rtl="0" fontAlgn="base">
        <a:spcBef>
          <a:spcPts val="1100"/>
        </a:spcBef>
        <a:spcAft>
          <a:spcPct val="0"/>
        </a:spcAft>
        <a:buClr>
          <a:schemeClr val="accent1"/>
        </a:buClr>
        <a:buSzPct val="80000"/>
        <a:buFont typeface="Wingdings 3" panose="05040102010807070707" pitchFamily="18" charset="2"/>
        <a:buChar char=""/>
        <a:defRPr sz="1500" kern="1200">
          <a:solidFill>
            <a:srgbClr val="404040"/>
          </a:solidFill>
          <a:latin typeface="+mn-lt"/>
          <a:ea typeface="+mn-ea"/>
          <a:cs typeface="+mn-cs"/>
        </a:defRPr>
      </a:lvl3pPr>
      <a:lvl4pPr marL="1763713" indent="-250825" algn="l" defTabSz="503238" rtl="0" fontAlgn="base">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4pPr>
      <a:lvl5pPr marL="2266950" indent="-250825" algn="l" defTabSz="503238" rtl="0" fontAlgn="base">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78A6FC22-A96C-1885-C284-32806BC7A737}"/>
              </a:ext>
            </a:extLst>
          </p:cNvPr>
          <p:cNvSpPr>
            <a:spLocks noChangeArrowheads="1"/>
          </p:cNvSpPr>
          <p:nvPr/>
        </p:nvSpPr>
        <p:spPr bwMode="auto">
          <a:xfrm>
            <a:off x="503238" y="1768475"/>
            <a:ext cx="9070975" cy="5467350"/>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lgn="ct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CHAMELEON</a:t>
            </a:r>
          </a:p>
          <a:p>
            <a:pPr algn="ctr" eaLnBrk="1" fontAlgn="auto" hangingPunct="1">
              <a:spcBef>
                <a:spcPts val="0"/>
              </a:spcBef>
              <a:spcAft>
                <a:spcPts val="0"/>
              </a:spcAft>
              <a:defRPr/>
            </a:pP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spcBef>
                <a:spcPts val="200"/>
              </a:spcBef>
              <a:spcAft>
                <a:spcPts val="0"/>
              </a:spcAft>
              <a:defRPr/>
            </a:pPr>
            <a:r>
              <a:rPr lang="en-IN" sz="2400" b="1" dirty="0"/>
              <a:t>Secret App Vault</a:t>
            </a:r>
          </a:p>
          <a:p>
            <a:pPr algn="ctr">
              <a:spcBef>
                <a:spcPts val="200"/>
              </a:spcBef>
              <a:spcAft>
                <a:spcPts val="0"/>
              </a:spcAft>
              <a:defRPr/>
            </a:pPr>
            <a:endParaRPr lang="en-IN" sz="2400" dirty="0"/>
          </a:p>
          <a:p>
            <a:pPr algn="ctr">
              <a:spcBef>
                <a:spcPts val="0"/>
              </a:spcBef>
              <a:spcAft>
                <a:spcPts val="0"/>
              </a:spcAft>
              <a:defRPr/>
            </a:pPr>
            <a:r>
              <a:rPr lang="en-IN" altLang="en-US" sz="28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Group Members</a:t>
            </a:r>
          </a:p>
          <a:p>
            <a:pPr algn="ctr">
              <a:spcBef>
                <a:spcPts val="0"/>
              </a:spcBef>
              <a:spcAft>
                <a:spcPts val="0"/>
              </a:spcAft>
              <a:defRPr/>
            </a:pPr>
            <a:r>
              <a:rPr lang="en-IN" altLang="en-US" sz="2400" b="1" dirty="0">
                <a:solidFill>
                  <a:srgbClr val="000000"/>
                </a:solidFill>
                <a:latin typeface="Times New Roman" panose="02020603050405020304" pitchFamily="18" charset="0"/>
                <a:cs typeface="Times New Roman" panose="02020603050405020304" pitchFamily="18" charset="0"/>
              </a:rPr>
              <a:t>Abhishek Pal | Kshitij Nalawade | Satyam Pandey</a:t>
            </a:r>
          </a:p>
          <a:p>
            <a:pPr algn="ctr">
              <a:spcBef>
                <a:spcPts val="200"/>
              </a:spcBef>
              <a:spcAft>
                <a:spcPts val="0"/>
              </a:spcAft>
              <a:defRPr/>
            </a:pPr>
            <a:endParaRPr lang="en-IN" sz="2400" dirty="0"/>
          </a:p>
          <a:p>
            <a:pPr algn="ctr">
              <a:spcBef>
                <a:spcPts val="0"/>
              </a:spcBef>
              <a:spcAft>
                <a:spcPts val="0"/>
              </a:spcAft>
              <a:defRPr/>
            </a:pPr>
            <a:r>
              <a:rPr lang="en-IN" altLang="en-US" sz="28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Guide</a:t>
            </a:r>
          </a:p>
          <a:p>
            <a:pPr algn="ctr">
              <a:spcBef>
                <a:spcPts val="0"/>
              </a:spcBef>
              <a:spcAft>
                <a:spcPts val="0"/>
              </a:spcAft>
              <a:defRPr/>
            </a:pPr>
            <a:r>
              <a:rPr lang="en-IN" altLang="en-US" sz="2400" b="1" dirty="0">
                <a:solidFill>
                  <a:srgbClr val="000000"/>
                </a:solidFill>
                <a:latin typeface="Times New Roman" panose="02020603050405020304" pitchFamily="18" charset="0"/>
                <a:cs typeface="Times New Roman" panose="02020603050405020304" pitchFamily="18" charset="0"/>
              </a:rPr>
              <a:t>Ms. Veena Gawde</a:t>
            </a:r>
          </a:p>
        </p:txBody>
      </p:sp>
      <p:cxnSp>
        <p:nvCxnSpPr>
          <p:cNvPr id="3" name="Straight Connector 2">
            <a:extLst>
              <a:ext uri="{FF2B5EF4-FFF2-40B4-BE49-F238E27FC236}">
                <a16:creationId xmlns:a16="http://schemas.microsoft.com/office/drawing/2014/main" id="{1B8B8179-B3AD-6C0D-8D5D-4FD01B80B637}"/>
              </a:ext>
            </a:extLst>
          </p:cNvPr>
          <p:cNvCxnSpPr/>
          <p:nvPr/>
        </p:nvCxnSpPr>
        <p:spPr>
          <a:xfrm>
            <a:off x="0" y="1743075"/>
            <a:ext cx="10080625"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pic>
        <p:nvPicPr>
          <p:cNvPr id="5" name="Picture 4">
            <a:extLst>
              <a:ext uri="{FF2B5EF4-FFF2-40B4-BE49-F238E27FC236}">
                <a16:creationId xmlns:a16="http://schemas.microsoft.com/office/drawing/2014/main" id="{073CE51F-3A0D-E00E-C6A7-3F2831960954}"/>
              </a:ext>
            </a:extLst>
          </p:cNvPr>
          <p:cNvPicPr>
            <a:picLocks noChangeAspect="1"/>
          </p:cNvPicPr>
          <p:nvPr/>
        </p:nvPicPr>
        <p:blipFill>
          <a:blip r:embed="rId3"/>
          <a:stretch>
            <a:fillRect/>
          </a:stretch>
        </p:blipFill>
        <p:spPr>
          <a:xfrm>
            <a:off x="0" y="0"/>
            <a:ext cx="10080625" cy="1952477"/>
          </a:xfrm>
          <a:prstGeom prst="rect">
            <a:avLst/>
          </a:prstGeom>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a:extLst>
              <a:ext uri="{FF2B5EF4-FFF2-40B4-BE49-F238E27FC236}">
                <a16:creationId xmlns:a16="http://schemas.microsoft.com/office/drawing/2014/main" id="{5CA18294-F88C-CFF0-99E0-03503B1A2FCB}"/>
              </a:ext>
            </a:extLst>
          </p:cNvPr>
          <p:cNvSpPr>
            <a:spLocks noChangeArrowheads="1"/>
          </p:cNvSpPr>
          <p:nvPr/>
        </p:nvSpPr>
        <p:spPr bwMode="auto">
          <a:xfrm>
            <a:off x="504825" y="144463"/>
            <a:ext cx="9070975"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168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fontAlgn="base">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fontAlgn="base">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fontAlgn="base">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fontAlgn="base">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r>
              <a:rPr lang="en-IN" altLang="en-US" sz="3600" b="1">
                <a:solidFill>
                  <a:srgbClr val="000000"/>
                </a:solidFill>
                <a:latin typeface="Times New Roman" panose="02020603050405020304" pitchFamily="18" charset="0"/>
                <a:cs typeface="DejaVu Sans" charset="0"/>
              </a:rPr>
              <a:t>Contents</a:t>
            </a:r>
          </a:p>
        </p:txBody>
      </p:sp>
      <p:sp>
        <p:nvSpPr>
          <p:cNvPr id="10243" name="Rectangle 2">
            <a:extLst>
              <a:ext uri="{FF2B5EF4-FFF2-40B4-BE49-F238E27FC236}">
                <a16:creationId xmlns:a16="http://schemas.microsoft.com/office/drawing/2014/main" id="{BD23A965-4B11-9815-DCD3-450EB32A27CF}"/>
              </a:ext>
            </a:extLst>
          </p:cNvPr>
          <p:cNvSpPr>
            <a:spLocks noChangeArrowheads="1"/>
          </p:cNvSpPr>
          <p:nvPr/>
        </p:nvSpPr>
        <p:spPr bwMode="auto">
          <a:xfrm>
            <a:off x="504825" y="1116013"/>
            <a:ext cx="9323388" cy="557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1240" rIns="0" bIns="0"/>
          <a:lstStyle>
            <a:lvl1pPr marL="430213" indent="-322263">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fontAlgn="base">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fontAlgn="base">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fontAlgn="base">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fontAlgn="base">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200000"/>
              </a:lnSpc>
              <a:spcAft>
                <a:spcPts val="1413"/>
              </a:spcAft>
              <a:buClr>
                <a:srgbClr val="000000"/>
              </a:buClr>
              <a:buSzPct val="45000"/>
              <a:buFont typeface="Wingdings" panose="05000000000000000000" pitchFamily="2" charset="2"/>
              <a:buChar char=""/>
            </a:pPr>
            <a:r>
              <a:rPr lang="en-IN" altLang="en-US" sz="2400" dirty="0">
                <a:solidFill>
                  <a:srgbClr val="000000"/>
                </a:solidFill>
                <a:latin typeface="Times New Roman" panose="02020603050405020304" pitchFamily="18" charset="0"/>
                <a:cs typeface="DejaVu Sans" charset="0"/>
              </a:rPr>
              <a:t>Introduction</a:t>
            </a:r>
          </a:p>
          <a:p>
            <a:pPr eaLnBrk="1" hangingPunct="1">
              <a:lnSpc>
                <a:spcPct val="200000"/>
              </a:lnSpc>
              <a:spcAft>
                <a:spcPts val="1413"/>
              </a:spcAft>
              <a:buClr>
                <a:srgbClr val="000000"/>
              </a:buClr>
              <a:buSzPct val="45000"/>
              <a:buFont typeface="Wingdings" panose="05000000000000000000" pitchFamily="2" charset="2"/>
              <a:buChar char=""/>
            </a:pPr>
            <a:r>
              <a:rPr lang="en-IN" altLang="en-US" sz="2400" dirty="0">
                <a:solidFill>
                  <a:srgbClr val="000000"/>
                </a:solidFill>
                <a:latin typeface="Times New Roman" panose="02020603050405020304" pitchFamily="18" charset="0"/>
                <a:cs typeface="DejaVu Sans" charset="0"/>
              </a:rPr>
              <a:t>Objectives</a:t>
            </a:r>
          </a:p>
          <a:p>
            <a:pPr eaLnBrk="1" hangingPunct="1">
              <a:lnSpc>
                <a:spcPct val="200000"/>
              </a:lnSpc>
              <a:spcAft>
                <a:spcPts val="1413"/>
              </a:spcAft>
              <a:buClr>
                <a:srgbClr val="000000"/>
              </a:buClr>
              <a:buSzPct val="45000"/>
              <a:buFont typeface="Wingdings" panose="05000000000000000000" pitchFamily="2" charset="2"/>
              <a:buChar char=""/>
            </a:pPr>
            <a:r>
              <a:rPr lang="en-IN" altLang="en-US" sz="2400" dirty="0">
                <a:solidFill>
                  <a:srgbClr val="000000"/>
                </a:solidFill>
                <a:latin typeface="Times New Roman" panose="02020603050405020304" pitchFamily="18" charset="0"/>
                <a:cs typeface="DejaVu Sans" charset="0"/>
              </a:rPr>
              <a:t>Scope</a:t>
            </a:r>
          </a:p>
          <a:p>
            <a:pPr eaLnBrk="1" hangingPunct="1">
              <a:lnSpc>
                <a:spcPct val="200000"/>
              </a:lnSpc>
              <a:spcAft>
                <a:spcPts val="1413"/>
              </a:spcAft>
              <a:buClr>
                <a:srgbClr val="000000"/>
              </a:buClr>
              <a:buSzPct val="45000"/>
              <a:buFont typeface="Wingdings" panose="05000000000000000000" pitchFamily="2" charset="2"/>
              <a:buChar char=""/>
            </a:pPr>
            <a:r>
              <a:rPr lang="en-IN" altLang="en-US" sz="2400" dirty="0">
                <a:solidFill>
                  <a:srgbClr val="000000"/>
                </a:solidFill>
                <a:latin typeface="Times New Roman" panose="02020603050405020304" pitchFamily="18" charset="0"/>
                <a:cs typeface="DejaVu Sans" charset="0"/>
              </a:rPr>
              <a:t>Features / Functionality</a:t>
            </a:r>
          </a:p>
          <a:p>
            <a:pPr eaLnBrk="1" hangingPunct="1">
              <a:lnSpc>
                <a:spcPct val="200000"/>
              </a:lnSpc>
              <a:spcAft>
                <a:spcPts val="1413"/>
              </a:spcAft>
              <a:buClr>
                <a:srgbClr val="000000"/>
              </a:buClr>
              <a:buSzPct val="45000"/>
              <a:buFont typeface="Wingdings" panose="05000000000000000000" pitchFamily="2" charset="2"/>
              <a:buChar char=""/>
            </a:pPr>
            <a:r>
              <a:rPr lang="en-IN" altLang="en-US" sz="2400" dirty="0">
                <a:solidFill>
                  <a:srgbClr val="000000"/>
                </a:solidFill>
                <a:latin typeface="Times New Roman" panose="02020603050405020304" pitchFamily="18" charset="0"/>
                <a:cs typeface="DejaVu Sans" charset="0"/>
              </a:rPr>
              <a:t>Project Outcomes</a:t>
            </a:r>
          </a:p>
          <a:p>
            <a:pPr eaLnBrk="1" hangingPunct="1">
              <a:lnSpc>
                <a:spcPct val="200000"/>
              </a:lnSpc>
              <a:spcAft>
                <a:spcPts val="1413"/>
              </a:spcAft>
              <a:buClr>
                <a:srgbClr val="000000"/>
              </a:buClr>
              <a:buSzPct val="45000"/>
              <a:buFont typeface="Wingdings" panose="05000000000000000000" pitchFamily="2" charset="2"/>
              <a:buChar char=""/>
            </a:pPr>
            <a:r>
              <a:rPr lang="en-IN" altLang="en-US" sz="2400" dirty="0">
                <a:solidFill>
                  <a:srgbClr val="000000"/>
                </a:solidFill>
                <a:latin typeface="Times New Roman" panose="02020603050405020304" pitchFamily="18" charset="0"/>
                <a:cs typeface="DejaVu Sans" charset="0"/>
              </a:rPr>
              <a:t>Technology Stack</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7FB9FEF0-4C42-9E47-0D17-EDD84657B18F}"/>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1. Introduction</a:t>
            </a:r>
          </a:p>
        </p:txBody>
      </p:sp>
      <p:sp>
        <p:nvSpPr>
          <p:cNvPr id="12291" name="Rectangle 2">
            <a:extLst>
              <a:ext uri="{FF2B5EF4-FFF2-40B4-BE49-F238E27FC236}">
                <a16:creationId xmlns:a16="http://schemas.microsoft.com/office/drawing/2014/main" id="{E5D4CEF6-1C42-282B-5810-87601B7BDF2E}"/>
              </a:ext>
            </a:extLst>
          </p:cNvPr>
          <p:cNvSpPr>
            <a:spLocks noChangeArrowheads="1"/>
          </p:cNvSpPr>
          <p:nvPr/>
        </p:nvSpPr>
        <p:spPr bwMode="auto">
          <a:xfrm>
            <a:off x="503238" y="1768475"/>
            <a:ext cx="9070975"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21240" rIns="0" bIns="0"/>
          <a:lstStyle>
            <a:lvl1pPr marL="450850" indent="-3429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935038" indent="-3429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fontAlgn="base">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fontAlgn="base">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fontAlgn="base">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fontAlgn="base">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eaLnBrk="1" hangingPunct="1">
              <a:lnSpc>
                <a:spcPct val="93000"/>
              </a:lnSpc>
              <a:spcAft>
                <a:spcPts val="800"/>
              </a:spcAft>
              <a:buFont typeface="Arial" panose="020B0604020202020204" pitchFamily="34" charset="0"/>
              <a:buChar char="•"/>
            </a:pPr>
            <a:r>
              <a:rPr lang="en-IN" altLang="en-US" sz="2100" b="1" dirty="0">
                <a:solidFill>
                  <a:srgbClr val="000000"/>
                </a:solidFill>
                <a:latin typeface="Times New Roman" panose="02020603050405020304" pitchFamily="18" charset="0"/>
                <a:cs typeface="Times New Roman" panose="02020603050405020304" pitchFamily="18" charset="0"/>
              </a:rPr>
              <a:t>Problem Identified :</a:t>
            </a:r>
          </a:p>
          <a:p>
            <a:pPr lvl="2" eaLnBrk="1" hangingPunct="1">
              <a:lnSpc>
                <a:spcPct val="93000"/>
              </a:lnSpc>
              <a:spcAft>
                <a:spcPts val="800"/>
              </a:spcAft>
              <a:buFont typeface="Arial" panose="020B0604020202020204" pitchFamily="34" charset="0"/>
              <a:buChar char="•"/>
            </a:pPr>
            <a:r>
              <a:rPr lang="en-IN" altLang="en-US" sz="1900" dirty="0">
                <a:solidFill>
                  <a:srgbClr val="000000"/>
                </a:solidFill>
                <a:latin typeface="Times New Roman" panose="02020603050405020304" pitchFamily="18" charset="0"/>
                <a:cs typeface="Times New Roman" panose="02020603050405020304" pitchFamily="18" charset="0"/>
              </a:rPr>
              <a:t>Smartphones store highly personal media with no strong encryption at rest — once unlocked, any app can access the gallery.</a:t>
            </a:r>
          </a:p>
          <a:p>
            <a:pPr lvl="2" eaLnBrk="1" hangingPunct="1">
              <a:lnSpc>
                <a:spcPct val="93000"/>
              </a:lnSpc>
              <a:spcAft>
                <a:spcPts val="800"/>
              </a:spcAft>
              <a:buFont typeface="Arial" panose="020B0604020202020204" pitchFamily="34" charset="0"/>
              <a:buChar char="•"/>
            </a:pPr>
            <a:r>
              <a:rPr lang="en-IN" altLang="en-US" sz="1900" dirty="0">
                <a:solidFill>
                  <a:srgbClr val="000000"/>
                </a:solidFill>
                <a:latin typeface="Times New Roman" panose="02020603050405020304" pitchFamily="18" charset="0"/>
                <a:cs typeface="Times New Roman" panose="02020603050405020304" pitchFamily="18" charset="0"/>
              </a:rPr>
              <a:t>Existing vault apps are visually identifiable on the home screen and immediately raise suspicion when found.</a:t>
            </a:r>
          </a:p>
          <a:p>
            <a:pPr eaLnBrk="1" hangingPunct="1">
              <a:lnSpc>
                <a:spcPct val="93000"/>
              </a:lnSpc>
              <a:spcAft>
                <a:spcPts val="0"/>
              </a:spcAft>
              <a:buNone/>
            </a:pPr>
            <a:endParaRPr lang="en-IN" altLang="en-US" sz="2000" dirty="0">
              <a:solidFill>
                <a:srgbClr val="000000"/>
              </a:solidFill>
              <a:latin typeface="Times New Roman" panose="02020603050405020304" pitchFamily="18" charset="0"/>
            </a:endParaRPr>
          </a:p>
          <a:p>
            <a:pPr eaLnBrk="1" hangingPunct="1">
              <a:lnSpc>
                <a:spcPct val="93000"/>
              </a:lnSpc>
              <a:spcAft>
                <a:spcPts val="800"/>
              </a:spcAft>
              <a:buFont typeface="Arial" panose="020B0604020202020204" pitchFamily="34" charset="0"/>
              <a:buChar char="•"/>
            </a:pPr>
            <a:r>
              <a:rPr lang="en-IN" altLang="en-US" sz="2100" b="1" dirty="0">
                <a:solidFill>
                  <a:srgbClr val="000000"/>
                </a:solidFill>
                <a:latin typeface="Times New Roman" panose="02020603050405020304" pitchFamily="18" charset="0"/>
                <a:cs typeface="Times New Roman" panose="02020603050405020304" pitchFamily="18" charset="0"/>
              </a:rPr>
              <a:t>Solution Proposed :</a:t>
            </a:r>
          </a:p>
          <a:p>
            <a:pPr lvl="2" eaLnBrk="1" hangingPunct="1">
              <a:lnSpc>
                <a:spcPct val="93000"/>
              </a:lnSpc>
              <a:spcAft>
                <a:spcPts val="800"/>
              </a:spcAft>
              <a:buFont typeface="Arial" panose="020B0604020202020204" pitchFamily="34" charset="0"/>
              <a:buChar char="•"/>
            </a:pPr>
            <a:r>
              <a:rPr lang="en-IN" altLang="en-US" sz="1900" dirty="0">
                <a:solidFill>
                  <a:srgbClr val="000000"/>
                </a:solidFill>
                <a:latin typeface="Times New Roman" panose="02020603050405020304" pitchFamily="18" charset="0"/>
                <a:cs typeface="Times New Roman" panose="02020603050405020304" pitchFamily="18" charset="0"/>
              </a:rPr>
              <a:t>Chameleon disguises itself as a Calculator (or Clock , Weather, Notes) — no indication of a vault is visible on the home screen. It allows for storing media files like images and videos to be stored locally and securely with encryption for safety.</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1836E394-6284-0F1C-14C2-7EACE37FE52C}"/>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2. Objectives</a:t>
            </a:r>
          </a:p>
        </p:txBody>
      </p:sp>
      <p:sp>
        <p:nvSpPr>
          <p:cNvPr id="6146" name="Rectangle 2">
            <a:extLst>
              <a:ext uri="{FF2B5EF4-FFF2-40B4-BE49-F238E27FC236}">
                <a16:creationId xmlns:a16="http://schemas.microsoft.com/office/drawing/2014/main" id="{941077D7-5B1D-66CE-4C6F-9541475E6091}"/>
              </a:ext>
            </a:extLst>
          </p:cNvPr>
          <p:cNvSpPr>
            <a:spLocks noChangeArrowheads="1"/>
          </p:cNvSpPr>
          <p:nvPr/>
        </p:nvSpPr>
        <p:spPr bwMode="auto">
          <a:xfrm>
            <a:off x="503238" y="1768475"/>
            <a:ext cx="9361610" cy="4989513"/>
          </a:xfrm>
          <a:prstGeom prst="rect">
            <a:avLst/>
          </a:prstGeom>
          <a:noFill/>
          <a:ln>
            <a:noFill/>
          </a:ln>
          <a:effectLst/>
        </p:spPr>
        <p:txBody>
          <a:bodyPr lIns="0" tIns="21240" rIns="0" bIns="0"/>
          <a:lstStyle>
            <a:lvl1pPr marL="430213" indent="-322263">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9pPr>
          </a:lstStyle>
          <a:p>
            <a:pPr eaLnBrk="1" hangingPunct="1">
              <a:lnSpc>
                <a:spcPct val="93000"/>
              </a:lnSpc>
              <a:spcAft>
                <a:spcPts val="800"/>
              </a:spcAft>
              <a:buFont typeface="Arial" panose="020B0604020202020204" pitchFamily="34" charset="0"/>
              <a:buChar char="•"/>
            </a:pPr>
            <a:r>
              <a:rPr lang="en-US" sz="2000" dirty="0"/>
              <a:t>To develop a dual-PIN system with a real vault and a decoy vault to provide plausible deniability under coercion or observation.</a:t>
            </a:r>
          </a:p>
          <a:p>
            <a:pPr marL="107950" indent="0" eaLnBrk="1" hangingPunct="1">
              <a:lnSpc>
                <a:spcPct val="93000"/>
              </a:lnSpc>
              <a:spcAft>
                <a:spcPts val="800"/>
              </a:spcAft>
            </a:pPr>
            <a:r>
              <a:rPr lang="en-US" sz="2000" dirty="0"/>
              <a:t> </a:t>
            </a:r>
          </a:p>
          <a:p>
            <a:pPr marL="107950" indent="0" eaLnBrk="1" hangingPunct="1">
              <a:lnSpc>
                <a:spcPct val="93000"/>
              </a:lnSpc>
              <a:spcAft>
                <a:spcPts val="800"/>
              </a:spcAft>
            </a:pPr>
            <a:r>
              <a:rPr lang="en-US" sz="2000" dirty="0"/>
              <a:t>• To allow users to import, view, photos and videos within a seamless in-app experience.</a:t>
            </a:r>
          </a:p>
          <a:p>
            <a:pPr marL="107950" indent="0" eaLnBrk="1" hangingPunct="1">
              <a:lnSpc>
                <a:spcPct val="93000"/>
              </a:lnSpc>
              <a:spcAft>
                <a:spcPts val="800"/>
              </a:spcAft>
            </a:pPr>
            <a:r>
              <a:rPr lang="en-US" sz="2000" dirty="0"/>
              <a:t> </a:t>
            </a:r>
          </a:p>
          <a:p>
            <a:pPr marL="107950" indent="0" eaLnBrk="1" hangingPunct="1">
              <a:lnSpc>
                <a:spcPct val="93000"/>
              </a:lnSpc>
              <a:spcAft>
                <a:spcPts val="800"/>
              </a:spcAft>
            </a:pPr>
            <a:r>
              <a:rPr lang="en-US" sz="2000" dirty="0"/>
              <a:t>• To implement app icon switching (Calculator / Clock / Weather)</a:t>
            </a:r>
          </a:p>
          <a:p>
            <a:pPr marL="107950" indent="0" eaLnBrk="1" hangingPunct="1">
              <a:lnSpc>
                <a:spcPct val="93000"/>
              </a:lnSpc>
              <a:spcAft>
                <a:spcPts val="800"/>
              </a:spcAft>
            </a:pPr>
            <a:endParaRPr lang="en-US" sz="2000" dirty="0"/>
          </a:p>
          <a:p>
            <a:pPr marL="107950" indent="0" eaLnBrk="1" hangingPunct="1">
              <a:lnSpc>
                <a:spcPct val="93000"/>
              </a:lnSpc>
              <a:spcAft>
                <a:spcPts val="800"/>
              </a:spcAft>
            </a:pPr>
            <a:r>
              <a:rPr lang="en-US" sz="2000" dirty="0"/>
              <a:t>• To provide a decoy vault feature that enables plausible deniability by allowing                  	users to display harmless content while keeping sensitive data securely   	hidden. </a:t>
            </a:r>
            <a:endParaRPr lang="en-IN" altLang="en-US" sz="2000" b="1" dirty="0">
              <a:solidFill>
                <a:srgbClr val="000000"/>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7F8C0C07-FBCA-0958-BC8B-6078CE28D5CB}"/>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3. Scope</a:t>
            </a:r>
          </a:p>
        </p:txBody>
      </p:sp>
      <p:sp>
        <p:nvSpPr>
          <p:cNvPr id="6146" name="Rectangle 2">
            <a:extLst>
              <a:ext uri="{FF2B5EF4-FFF2-40B4-BE49-F238E27FC236}">
                <a16:creationId xmlns:a16="http://schemas.microsoft.com/office/drawing/2014/main" id="{21B9B78B-6DB4-CE3F-BBBF-C04BA6955D9C}"/>
              </a:ext>
            </a:extLst>
          </p:cNvPr>
          <p:cNvSpPr>
            <a:spLocks noChangeArrowheads="1"/>
          </p:cNvSpPr>
          <p:nvPr/>
        </p:nvSpPr>
        <p:spPr bwMode="auto">
          <a:xfrm>
            <a:off x="503238" y="1768475"/>
            <a:ext cx="9070975" cy="4989513"/>
          </a:xfrm>
          <a:prstGeom prst="rect">
            <a:avLst/>
          </a:prstGeom>
          <a:noFill/>
          <a:ln>
            <a:noFill/>
          </a:ln>
          <a:effectLst/>
        </p:spPr>
        <p:txBody>
          <a:bodyPr lIns="0" tIns="21240" rIns="0" bIns="0"/>
          <a:lstStyle>
            <a:lvl1pPr marL="430213" indent="-322263">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9pPr>
          </a:lstStyle>
          <a:p>
            <a:pPr eaLnBrk="1" hangingPunct="1">
              <a:lnSpc>
                <a:spcPct val="93000"/>
              </a:lnSpc>
              <a:spcAft>
                <a:spcPts val="800"/>
              </a:spcAft>
              <a:buFont typeface="Arial" panose="020B0604020202020204" pitchFamily="34" charset="0"/>
              <a:buChar char="•"/>
            </a:pPr>
            <a:r>
              <a:rPr lang="en-IN" altLang="en-US" sz="2000" dirty="0">
                <a:solidFill>
                  <a:srgbClr val="000000"/>
                </a:solidFill>
                <a:latin typeface="Times New Roman" panose="02020603050405020304" pitchFamily="18" charset="0"/>
                <a:cs typeface="Times New Roman" panose="02020603050405020304" pitchFamily="18" charset="0"/>
              </a:rPr>
              <a:t>Can be used by individuals to protect sensitive personal photos and videos from unauthorized viewing on their Android devices.</a:t>
            </a:r>
          </a:p>
          <a:p>
            <a:pPr eaLnBrk="1" hangingPunct="1">
              <a:lnSpc>
                <a:spcPct val="93000"/>
              </a:lnSpc>
              <a:spcAft>
                <a:spcPts val="800"/>
              </a:spcAft>
              <a:buFont typeface="Arial" panose="020B0604020202020204" pitchFamily="34" charset="0"/>
              <a:buChar char="•"/>
            </a:pPr>
            <a:r>
              <a:rPr lang="en-IN" altLang="en-US" sz="2000" dirty="0">
                <a:solidFill>
                  <a:srgbClr val="000000"/>
                </a:solidFill>
                <a:latin typeface="Times New Roman" panose="02020603050405020304" pitchFamily="18" charset="0"/>
                <a:cs typeface="Times New Roman" panose="02020603050405020304" pitchFamily="18" charset="0"/>
              </a:rPr>
              <a:t>Applicable to journalists, activists, lawyers, and professionals who require confidential encrypted media storage on mobile.</a:t>
            </a:r>
          </a:p>
          <a:p>
            <a:pPr eaLnBrk="1" hangingPunct="1">
              <a:lnSpc>
                <a:spcPct val="93000"/>
              </a:lnSpc>
              <a:spcAft>
                <a:spcPts val="800"/>
              </a:spcAft>
              <a:buFont typeface="Arial" panose="020B0604020202020204" pitchFamily="34" charset="0"/>
              <a:buChar char="•"/>
            </a:pPr>
            <a:r>
              <a:rPr lang="en-IN" altLang="en-US" sz="2000" dirty="0">
                <a:solidFill>
                  <a:srgbClr val="000000"/>
                </a:solidFill>
                <a:latin typeface="Times New Roman" panose="02020603050405020304" pitchFamily="18" charset="0"/>
                <a:cs typeface="Times New Roman" panose="02020603050405020304" pitchFamily="18" charset="0"/>
              </a:rPr>
              <a:t>Can be deployed on any Android 5.0+ device, covering over 98% of all active Android smartphones.</a:t>
            </a:r>
          </a:p>
          <a:p>
            <a:pPr eaLnBrk="1" hangingPunct="1">
              <a:lnSpc>
                <a:spcPct val="93000"/>
              </a:lnSpc>
              <a:spcAft>
                <a:spcPts val="800"/>
              </a:spcAft>
              <a:buFont typeface="Arial" panose="020B0604020202020204" pitchFamily="34" charset="0"/>
              <a:buChar char="•"/>
            </a:pPr>
            <a:r>
              <a:rPr lang="en-IN" altLang="en-US" sz="2000" dirty="0">
                <a:solidFill>
                  <a:srgbClr val="000000"/>
                </a:solidFill>
                <a:latin typeface="Times New Roman" panose="02020603050405020304" pitchFamily="18" charset="0"/>
                <a:cs typeface="Times New Roman" panose="02020603050405020304" pitchFamily="18" charset="0"/>
              </a:rPr>
              <a:t>Applicable in personal security, domestic privacy, enterprise mobile data protection, and digital rights environments.</a:t>
            </a:r>
          </a:p>
          <a:p>
            <a:pPr eaLnBrk="1" hangingPunct="1">
              <a:lnSpc>
                <a:spcPct val="93000"/>
              </a:lnSpc>
              <a:spcAft>
                <a:spcPts val="800"/>
              </a:spcAft>
              <a:buFont typeface="Arial" panose="020B0604020202020204" pitchFamily="34" charset="0"/>
              <a:buChar char="•"/>
            </a:pPr>
            <a:r>
              <a:rPr lang="en-IN" altLang="en-US" sz="2000" dirty="0">
                <a:solidFill>
                  <a:srgbClr val="000000"/>
                </a:solidFill>
                <a:latin typeface="Times New Roman" panose="02020603050405020304" pitchFamily="18" charset="0"/>
                <a:cs typeface="Times New Roman" panose="02020603050405020304" pitchFamily="18" charset="0"/>
              </a:rPr>
              <a:t>The decoy vault is particularly valuable in regions with limited digital privacy rights, enabling plausible deniability.</a:t>
            </a:r>
          </a:p>
          <a:p>
            <a:pPr eaLnBrk="1" hangingPunct="1">
              <a:lnSpc>
                <a:spcPct val="93000"/>
              </a:lnSpc>
              <a:spcAft>
                <a:spcPts val="800"/>
              </a:spcAft>
              <a:buFont typeface="Arial" panose="020B0604020202020204" pitchFamily="34" charset="0"/>
              <a:buChar char="•"/>
            </a:pPr>
            <a:r>
              <a:rPr lang="en-IN" altLang="en-US" sz="2000" dirty="0">
                <a:solidFill>
                  <a:srgbClr val="000000"/>
                </a:solidFill>
                <a:latin typeface="Times New Roman" panose="02020603050405020304" pitchFamily="18" charset="0"/>
                <a:cs typeface="Times New Roman" panose="02020603050405020304" pitchFamily="18" charset="0"/>
              </a:rPr>
              <a:t>Supports Android 13+ granular media permissions, ensuring compatibility with both legacy and modern Android permission models.</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0E14BDAB-7AB7-330F-A3C5-66679F05F6C6}"/>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4. Feature /Functionality</a:t>
            </a:r>
          </a:p>
        </p:txBody>
      </p:sp>
      <p:sp>
        <p:nvSpPr>
          <p:cNvPr id="6146" name="Rectangle 2">
            <a:extLst>
              <a:ext uri="{FF2B5EF4-FFF2-40B4-BE49-F238E27FC236}">
                <a16:creationId xmlns:a16="http://schemas.microsoft.com/office/drawing/2014/main" id="{5465FB5B-B762-79C8-BC13-CB4495D25589}"/>
              </a:ext>
            </a:extLst>
          </p:cNvPr>
          <p:cNvSpPr>
            <a:spLocks noChangeArrowheads="1"/>
          </p:cNvSpPr>
          <p:nvPr/>
        </p:nvSpPr>
        <p:spPr bwMode="auto">
          <a:xfrm>
            <a:off x="468481" y="1403573"/>
            <a:ext cx="9070975" cy="4989513"/>
          </a:xfrm>
          <a:prstGeom prst="rect">
            <a:avLst/>
          </a:prstGeom>
          <a:noFill/>
          <a:ln>
            <a:noFill/>
          </a:ln>
          <a:effectLst/>
        </p:spPr>
        <p:txBody>
          <a:bodyPr lIns="0" tIns="21240" rIns="0" bIns="0"/>
          <a:lstStyle>
            <a:lvl1pPr marL="430213" indent="-322263">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9pPr>
          </a:lstStyle>
          <a:p>
            <a:pPr eaLnBrk="1" hangingPunct="1">
              <a:lnSpc>
                <a:spcPct val="93000"/>
              </a:lnSpc>
              <a:spcAft>
                <a:spcPts val="1413"/>
              </a:spcAft>
              <a:buFont typeface="Arial" panose="020B0604020202020204" pitchFamily="34" charset="0"/>
              <a:buChar char="•"/>
            </a:pPr>
            <a:r>
              <a:rPr lang="en-IN" altLang="en-US" sz="2300" b="1" dirty="0">
                <a:solidFill>
                  <a:srgbClr val="000000"/>
                </a:solidFill>
                <a:latin typeface="Times New Roman" panose="02020603050405020304" pitchFamily="18" charset="0"/>
                <a:cs typeface="Times New Roman" panose="02020603050405020304" pitchFamily="18" charset="0"/>
              </a:rPr>
              <a:t>Feature 1: Calculator Disguise Interface(Default)</a:t>
            </a:r>
          </a:p>
          <a:p>
            <a:pPr lvl="2" eaLnBrk="1" hangingPunct="1">
              <a:lnSpc>
                <a:spcPct val="93000"/>
              </a:lnSpc>
              <a:spcAft>
                <a:spcPts val="1413"/>
              </a:spcAft>
              <a:buFont typeface="Arial" panose="020B0604020202020204" pitchFamily="34" charset="0"/>
              <a:buChar char="•"/>
            </a:pPr>
            <a:r>
              <a:rPr lang="en-IN" altLang="en-US" sz="2100" dirty="0">
                <a:solidFill>
                  <a:srgbClr val="000000"/>
                </a:solidFill>
                <a:latin typeface="Times New Roman" panose="02020603050405020304" pitchFamily="18" charset="0"/>
                <a:cs typeface="Times New Roman" panose="02020603050405020304" pitchFamily="18" charset="0"/>
              </a:rPr>
              <a:t>The app presents as a calculator on the home screen.  It could be changed to some other widely used applications like weather, clock and many more.</a:t>
            </a:r>
          </a:p>
          <a:p>
            <a:pPr lvl="2" eaLnBrk="1" hangingPunct="1">
              <a:lnSpc>
                <a:spcPct val="93000"/>
              </a:lnSpc>
              <a:spcAft>
                <a:spcPts val="1413"/>
              </a:spcAft>
            </a:pPr>
            <a:endParaRPr lang="en-IN" altLang="en-US" sz="2100" dirty="0">
              <a:solidFill>
                <a:srgbClr val="000000"/>
              </a:solidFill>
              <a:latin typeface="Times New Roman" panose="02020603050405020304" pitchFamily="18" charset="0"/>
            </a:endParaRPr>
          </a:p>
          <a:p>
            <a:pPr eaLnBrk="1" hangingPunct="1">
              <a:lnSpc>
                <a:spcPct val="93000"/>
              </a:lnSpc>
              <a:spcAft>
                <a:spcPts val="1413"/>
              </a:spcAft>
              <a:buFont typeface="Arial" panose="020B0604020202020204" pitchFamily="34" charset="0"/>
              <a:buChar char="•"/>
            </a:pPr>
            <a:r>
              <a:rPr lang="en-IN" altLang="en-US" sz="2300" b="1" dirty="0">
                <a:solidFill>
                  <a:srgbClr val="000000"/>
                </a:solidFill>
                <a:latin typeface="Times New Roman" panose="02020603050405020304" pitchFamily="18" charset="0"/>
                <a:cs typeface="Times New Roman" panose="02020603050405020304" pitchFamily="18" charset="0"/>
              </a:rPr>
              <a:t>Feature 2: Dual-PIN Vault (Real &amp; Decoy)</a:t>
            </a:r>
          </a:p>
          <a:p>
            <a:pPr lvl="2" eaLnBrk="1" hangingPunct="1">
              <a:lnSpc>
                <a:spcPct val="93000"/>
              </a:lnSpc>
              <a:spcAft>
                <a:spcPts val="1413"/>
              </a:spcAft>
              <a:buFont typeface="Arial" panose="020B0604020202020204" pitchFamily="34" charset="0"/>
              <a:buChar char="•"/>
            </a:pPr>
            <a:r>
              <a:rPr lang="en-IN" altLang="en-US" sz="2100" dirty="0">
                <a:solidFill>
                  <a:srgbClr val="000000"/>
                </a:solidFill>
                <a:latin typeface="Times New Roman" panose="02020603050405020304" pitchFamily="18" charset="0"/>
                <a:cs typeface="Times New Roman" panose="02020603050405020304" pitchFamily="18" charset="0"/>
              </a:rPr>
              <a:t>Two separate PINs unlock two distinct vaults. The real vault contains the user's genuine sensitive media. The decoy vault holds harmless files configured by the user. An adversary can be shown the decoy vault with no evidence of the real vault's existence.</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0E14BDAB-7AB7-330F-A3C5-66679F05F6C6}"/>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4. Feature / Functionality (Continued)</a:t>
            </a:r>
          </a:p>
        </p:txBody>
      </p:sp>
      <p:sp>
        <p:nvSpPr>
          <p:cNvPr id="6146" name="Rectangle 2">
            <a:extLst>
              <a:ext uri="{FF2B5EF4-FFF2-40B4-BE49-F238E27FC236}">
                <a16:creationId xmlns:a16="http://schemas.microsoft.com/office/drawing/2014/main" id="{5465FB5B-B762-79C8-BC13-CB4495D25589}"/>
              </a:ext>
            </a:extLst>
          </p:cNvPr>
          <p:cNvSpPr>
            <a:spLocks noChangeArrowheads="1"/>
          </p:cNvSpPr>
          <p:nvPr/>
        </p:nvSpPr>
        <p:spPr bwMode="auto">
          <a:xfrm>
            <a:off x="503237" y="1285080"/>
            <a:ext cx="9070975" cy="4989513"/>
          </a:xfrm>
          <a:prstGeom prst="rect">
            <a:avLst/>
          </a:prstGeom>
          <a:noFill/>
          <a:ln>
            <a:noFill/>
          </a:ln>
          <a:effectLst/>
        </p:spPr>
        <p:txBody>
          <a:bodyPr lIns="0" tIns="21240" rIns="0" bIns="0"/>
          <a:lstStyle>
            <a:lvl1pPr marL="430213" indent="-322263">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9pPr>
          </a:lstStyle>
          <a:p>
            <a:pPr eaLnBrk="1" hangingPunct="1">
              <a:lnSpc>
                <a:spcPct val="93000"/>
              </a:lnSpc>
              <a:spcAft>
                <a:spcPts val="1413"/>
              </a:spcAft>
              <a:buFont typeface="Arial" panose="020B0604020202020204" pitchFamily="34" charset="0"/>
              <a:buChar char="•"/>
            </a:pPr>
            <a:r>
              <a:rPr lang="en-IN" altLang="en-US" sz="2300" b="1" dirty="0">
                <a:solidFill>
                  <a:srgbClr val="000000"/>
                </a:solidFill>
                <a:latin typeface="Times New Roman" panose="02020603050405020304" pitchFamily="18" charset="0"/>
                <a:cs typeface="Times New Roman" panose="02020603050405020304" pitchFamily="18" charset="0"/>
              </a:rPr>
              <a:t>Feature </a:t>
            </a:r>
            <a:r>
              <a:rPr lang="en-IN" altLang="en-US" sz="2300" b="1" dirty="0">
                <a:latin typeface="Times New Roman" panose="02020603050405020304" pitchFamily="18" charset="0"/>
                <a:cs typeface="Times New Roman" panose="02020603050405020304" pitchFamily="18" charset="0"/>
              </a:rPr>
              <a:t>3</a:t>
            </a:r>
            <a:r>
              <a:rPr lang="en-IN" altLang="en-US" sz="2300" b="1" dirty="0">
                <a:solidFill>
                  <a:srgbClr val="000000"/>
                </a:solidFill>
                <a:latin typeface="Times New Roman" panose="02020603050405020304" pitchFamily="18" charset="0"/>
                <a:cs typeface="Times New Roman" panose="02020603050405020304" pitchFamily="18" charset="0"/>
              </a:rPr>
              <a:t>: App Icon Switching</a:t>
            </a:r>
          </a:p>
          <a:p>
            <a:pPr lvl="2" eaLnBrk="1" hangingPunct="1">
              <a:lnSpc>
                <a:spcPct val="93000"/>
              </a:lnSpc>
              <a:spcAft>
                <a:spcPts val="1413"/>
              </a:spcAft>
              <a:buFont typeface="Arial" panose="020B0604020202020204" pitchFamily="34" charset="0"/>
              <a:buChar char="•"/>
            </a:pPr>
            <a:r>
              <a:rPr lang="en-IN" altLang="en-US" sz="2100" dirty="0">
                <a:solidFill>
                  <a:srgbClr val="000000"/>
                </a:solidFill>
                <a:latin typeface="Times New Roman" panose="02020603050405020304" pitchFamily="18" charset="0"/>
                <a:cs typeface="Times New Roman" panose="02020603050405020304" pitchFamily="18" charset="0"/>
              </a:rPr>
              <a:t>Users can switch the home screen icon between Calculator, Amazon Shopping, or the default icon from within the vault. Switching uses Android Activity Alias and PackageManager APIs — no reinstallation needed, no data lost.</a:t>
            </a:r>
          </a:p>
          <a:p>
            <a:pPr eaLnBrk="1" hangingPunct="1">
              <a:lnSpc>
                <a:spcPct val="93000"/>
              </a:lnSpc>
              <a:spcAft>
                <a:spcPts val="0"/>
              </a:spcAft>
              <a:buNone/>
            </a:pPr>
            <a:endParaRPr lang="en-IN" altLang="en-US" sz="2100" dirty="0">
              <a:solidFill>
                <a:srgbClr val="000000"/>
              </a:solidFill>
              <a:latin typeface="Times New Roman" panose="02020603050405020304" pitchFamily="18" charset="0"/>
            </a:endParaRPr>
          </a:p>
          <a:p>
            <a:pPr eaLnBrk="1" hangingPunct="1">
              <a:lnSpc>
                <a:spcPct val="93000"/>
              </a:lnSpc>
              <a:spcAft>
                <a:spcPts val="1413"/>
              </a:spcAft>
              <a:buFont typeface="Arial" panose="020B0604020202020204" pitchFamily="34" charset="0"/>
              <a:buChar char="•"/>
            </a:pPr>
            <a:r>
              <a:rPr lang="en-IN" altLang="en-US" sz="2300" b="1" dirty="0">
                <a:solidFill>
                  <a:srgbClr val="000000"/>
                </a:solidFill>
                <a:latin typeface="Times New Roman" panose="02020603050405020304" pitchFamily="18" charset="0"/>
                <a:cs typeface="Times New Roman" panose="02020603050405020304" pitchFamily="18" charset="0"/>
              </a:rPr>
              <a:t>Feature 4: Encrypted Trash &amp; Secure Deletion</a:t>
            </a:r>
          </a:p>
          <a:p>
            <a:pPr lvl="2" eaLnBrk="1" hangingPunct="1">
              <a:lnSpc>
                <a:spcPct val="93000"/>
              </a:lnSpc>
              <a:spcAft>
                <a:spcPts val="1413"/>
              </a:spcAft>
              <a:buFont typeface="Arial" panose="020B0604020202020204" pitchFamily="34" charset="0"/>
              <a:buChar char="•"/>
            </a:pPr>
            <a:r>
              <a:rPr lang="en-IN" altLang="en-US" sz="2100" dirty="0">
                <a:solidFill>
                  <a:srgbClr val="000000"/>
                </a:solidFill>
                <a:latin typeface="Times New Roman" panose="02020603050405020304" pitchFamily="18" charset="0"/>
                <a:cs typeface="Times New Roman" panose="02020603050405020304" pitchFamily="18" charset="0"/>
              </a:rPr>
              <a:t>Deleted files move to an encrypted trash bin before permanent removal. Permanent deletion performs a multi-pass cryptographic wipe (overwrite with random bytes) to prevent forensic data recovery from the device storage.</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609B100C-491A-2E2B-F763-BCE2F75652E1}"/>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5. Technology Stack</a:t>
            </a:r>
          </a:p>
        </p:txBody>
      </p:sp>
      <p:sp>
        <p:nvSpPr>
          <p:cNvPr id="6146" name="Rectangle 2">
            <a:extLst>
              <a:ext uri="{FF2B5EF4-FFF2-40B4-BE49-F238E27FC236}">
                <a16:creationId xmlns:a16="http://schemas.microsoft.com/office/drawing/2014/main" id="{CFBE54B4-F6D9-4B26-F5F5-202CAC0214EA}"/>
              </a:ext>
            </a:extLst>
          </p:cNvPr>
          <p:cNvSpPr>
            <a:spLocks noChangeArrowheads="1"/>
          </p:cNvSpPr>
          <p:nvPr/>
        </p:nvSpPr>
        <p:spPr bwMode="auto">
          <a:xfrm>
            <a:off x="502496" y="1331565"/>
            <a:ext cx="9070975" cy="4968552"/>
          </a:xfrm>
          <a:prstGeom prst="rect">
            <a:avLst/>
          </a:prstGeom>
          <a:noFill/>
          <a:ln>
            <a:noFill/>
          </a:ln>
          <a:effectLst/>
        </p:spPr>
        <p:txBody>
          <a:bodyPr lIns="0" tIns="21240" rIns="0" bIns="0"/>
          <a:lstStyle>
            <a:lvl1pPr marL="430213" indent="-322263">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9pPr>
          </a:lstStyle>
          <a:p>
            <a:pPr eaLnBrk="1" hangingPunct="1">
              <a:lnSpc>
                <a:spcPct val="93000"/>
              </a:lnSpc>
              <a:spcAft>
                <a:spcPts val="1413"/>
              </a:spcAft>
              <a:buFont typeface="Arial" panose="020B0604020202020204" pitchFamily="34" charset="0"/>
              <a:buChar char="•"/>
            </a:pPr>
            <a:r>
              <a:rPr lang="en-IN" altLang="en-US" sz="2300" b="1" dirty="0">
                <a:solidFill>
                  <a:srgbClr val="000000"/>
                </a:solidFill>
                <a:latin typeface="Times New Roman" panose="02020603050405020304" pitchFamily="18" charset="0"/>
                <a:cs typeface="Times New Roman" panose="02020603050405020304" pitchFamily="18" charset="0"/>
              </a:rPr>
              <a:t>Frontend / UI Framework:</a:t>
            </a:r>
          </a:p>
          <a:p>
            <a:pPr lvl="2" eaLnBrk="1" hangingPunct="1">
              <a:lnSpc>
                <a:spcPct val="93000"/>
              </a:lnSpc>
              <a:spcAft>
                <a:spcPts val="1413"/>
              </a:spcAft>
              <a:buFont typeface="Arial" panose="020B0604020202020204" pitchFamily="34" charset="0"/>
              <a:buChar char="•"/>
            </a:pPr>
            <a:r>
              <a:rPr lang="en-IN" altLang="en-US" sz="2100" dirty="0">
                <a:solidFill>
                  <a:srgbClr val="000000"/>
                </a:solidFill>
                <a:latin typeface="Times New Roman" panose="02020603050405020304" pitchFamily="18" charset="0"/>
                <a:cs typeface="Times New Roman" panose="02020603050405020304" pitchFamily="18" charset="0"/>
              </a:rPr>
              <a:t>Flutter 3.10+ (Dart) — Cross-platform mobile UI toolkit; single codebase for Android. Flutter ScreenUtil for responsive layouts.</a:t>
            </a:r>
          </a:p>
          <a:p>
            <a:pPr eaLnBrk="1" hangingPunct="1">
              <a:lnSpc>
                <a:spcPct val="93000"/>
              </a:lnSpc>
              <a:spcAft>
                <a:spcPts val="0"/>
              </a:spcAft>
              <a:buNone/>
            </a:pPr>
            <a:endParaRPr lang="en-IN" altLang="en-US" sz="2100" dirty="0">
              <a:solidFill>
                <a:srgbClr val="000000"/>
              </a:solidFill>
              <a:latin typeface="Times New Roman" panose="02020603050405020304" pitchFamily="18" charset="0"/>
            </a:endParaRPr>
          </a:p>
          <a:p>
            <a:pPr eaLnBrk="1" hangingPunct="1">
              <a:lnSpc>
                <a:spcPct val="93000"/>
              </a:lnSpc>
              <a:spcAft>
                <a:spcPts val="1413"/>
              </a:spcAft>
              <a:buFont typeface="Arial" panose="020B0604020202020204" pitchFamily="34" charset="0"/>
              <a:buChar char="•"/>
            </a:pPr>
            <a:r>
              <a:rPr lang="en-IN" altLang="en-US" sz="2300" b="1" dirty="0">
                <a:solidFill>
                  <a:srgbClr val="000000"/>
                </a:solidFill>
                <a:latin typeface="Times New Roman" panose="02020603050405020304" pitchFamily="18" charset="0"/>
                <a:cs typeface="Times New Roman" panose="02020603050405020304" pitchFamily="18" charset="0"/>
              </a:rPr>
              <a:t>Media &amp; Camera:</a:t>
            </a:r>
          </a:p>
          <a:p>
            <a:pPr lvl="2" eaLnBrk="1" hangingPunct="1">
              <a:lnSpc>
                <a:spcPct val="93000"/>
              </a:lnSpc>
              <a:spcAft>
                <a:spcPts val="1413"/>
              </a:spcAft>
              <a:buFont typeface="Arial" panose="020B0604020202020204" pitchFamily="34" charset="0"/>
              <a:buChar char="•"/>
            </a:pPr>
            <a:r>
              <a:rPr lang="en-IN" altLang="en-US" sz="2100" dirty="0">
                <a:solidFill>
                  <a:srgbClr val="000000"/>
                </a:solidFill>
                <a:latin typeface="Times New Roman" panose="02020603050405020304" pitchFamily="18" charset="0"/>
                <a:cs typeface="Times New Roman" panose="02020603050405020304" pitchFamily="18" charset="0"/>
              </a:rPr>
              <a:t>Photo Manager (gallery import/export), Video Player plugin (in-app playback from temp file — fully offline).</a:t>
            </a:r>
          </a:p>
          <a:p>
            <a:pPr eaLnBrk="1" hangingPunct="1">
              <a:lnSpc>
                <a:spcPct val="93000"/>
              </a:lnSpc>
              <a:spcAft>
                <a:spcPts val="0"/>
              </a:spcAft>
              <a:buNone/>
            </a:pPr>
            <a:endParaRPr lang="en-IN" altLang="en-US" sz="2100" dirty="0">
              <a:solidFill>
                <a:srgbClr val="000000"/>
              </a:solidFill>
              <a:latin typeface="Times New Roman" panose="02020603050405020304" pitchFamily="18" charset="0"/>
            </a:endParaRPr>
          </a:p>
          <a:p>
            <a:pPr eaLnBrk="1" hangingPunct="1">
              <a:lnSpc>
                <a:spcPct val="93000"/>
              </a:lnSpc>
              <a:spcAft>
                <a:spcPts val="1413"/>
              </a:spcAft>
              <a:buFont typeface="Arial" panose="020B0604020202020204" pitchFamily="34" charset="0"/>
              <a:buChar char="•"/>
            </a:pPr>
            <a:r>
              <a:rPr lang="en-IN" altLang="en-US" sz="2300" b="1" dirty="0">
                <a:solidFill>
                  <a:srgbClr val="000000"/>
                </a:solidFill>
                <a:latin typeface="Times New Roman" panose="02020603050405020304" pitchFamily="18" charset="0"/>
                <a:cs typeface="Times New Roman" panose="02020603050405020304" pitchFamily="18" charset="0"/>
              </a:rPr>
              <a:t>File System &amp; Backup:</a:t>
            </a:r>
          </a:p>
          <a:p>
            <a:pPr lvl="2" eaLnBrk="1" hangingPunct="1">
              <a:lnSpc>
                <a:spcPct val="93000"/>
              </a:lnSpc>
              <a:spcAft>
                <a:spcPts val="1413"/>
              </a:spcAft>
              <a:buFont typeface="Arial" panose="020B0604020202020204" pitchFamily="34" charset="0"/>
              <a:buChar char="•"/>
            </a:pPr>
            <a:r>
              <a:rPr lang="en-IN" altLang="en-US" sz="2100" dirty="0">
                <a:solidFill>
                  <a:srgbClr val="000000"/>
                </a:solidFill>
                <a:latin typeface="Times New Roman" panose="02020603050405020304" pitchFamily="18" charset="0"/>
                <a:cs typeface="Times New Roman" panose="02020603050405020304" pitchFamily="18" charset="0"/>
              </a:rPr>
              <a:t>path_provider (app-private storage), </a:t>
            </a:r>
            <a:r>
              <a:rPr lang="en-IN" altLang="en-US" sz="2100" dirty="0" err="1">
                <a:solidFill>
                  <a:srgbClr val="000000"/>
                </a:solidFill>
                <a:latin typeface="Times New Roman" panose="02020603050405020304" pitchFamily="18" charset="0"/>
                <a:cs typeface="Times New Roman" panose="02020603050405020304" pitchFamily="18" charset="0"/>
              </a:rPr>
              <a:t>file_picker</a:t>
            </a:r>
            <a:r>
              <a:rPr lang="en-IN" altLang="en-US" sz="2100" dirty="0">
                <a:solidFill>
                  <a:srgbClr val="000000"/>
                </a:solidFill>
                <a:latin typeface="Times New Roman" panose="02020603050405020304" pitchFamily="18" charset="0"/>
                <a:cs typeface="Times New Roman" panose="02020603050405020304" pitchFamily="18" charset="0"/>
              </a:rPr>
              <a:t> (backup import), MIME type detection via mime package.</a:t>
            </a:r>
          </a:p>
          <a:p>
            <a:pPr eaLnBrk="1" hangingPunct="1">
              <a:lnSpc>
                <a:spcPct val="93000"/>
              </a:lnSpc>
              <a:spcAft>
                <a:spcPts val="0"/>
              </a:spcAft>
              <a:buNone/>
            </a:pPr>
            <a:endParaRPr lang="en-IN" altLang="en-US" sz="2100" dirty="0">
              <a:solidFill>
                <a:srgbClr val="000000"/>
              </a:solidFill>
              <a:latin typeface="Times New Roman" panose="02020603050405020304" pitchFamily="18" charset="0"/>
            </a:endParaRPr>
          </a:p>
          <a:p>
            <a:pPr eaLnBrk="1" hangingPunct="1">
              <a:lnSpc>
                <a:spcPct val="93000"/>
              </a:lnSpc>
              <a:spcAft>
                <a:spcPts val="1413"/>
              </a:spcAft>
              <a:buFont typeface="Arial" panose="020B0604020202020204" pitchFamily="34" charset="0"/>
              <a:buChar char="•"/>
            </a:pPr>
            <a:r>
              <a:rPr lang="en-IN" altLang="en-US" sz="2300" b="1" dirty="0">
                <a:solidFill>
                  <a:srgbClr val="000000"/>
                </a:solidFill>
                <a:latin typeface="Times New Roman" panose="02020603050405020304" pitchFamily="18" charset="0"/>
                <a:cs typeface="Times New Roman" panose="02020603050405020304" pitchFamily="18" charset="0"/>
              </a:rPr>
              <a:t>Native Android Layer:</a:t>
            </a:r>
          </a:p>
          <a:p>
            <a:pPr lvl="2" eaLnBrk="1" hangingPunct="1">
              <a:lnSpc>
                <a:spcPct val="93000"/>
              </a:lnSpc>
              <a:spcAft>
                <a:spcPts val="1413"/>
              </a:spcAft>
              <a:buFont typeface="Arial" panose="020B0604020202020204" pitchFamily="34" charset="0"/>
              <a:buChar char="•"/>
            </a:pPr>
            <a:r>
              <a:rPr lang="en-IN" altLang="en-US" sz="2100" dirty="0">
                <a:solidFill>
                  <a:srgbClr val="000000"/>
                </a:solidFill>
                <a:latin typeface="Times New Roman" panose="02020603050405020304" pitchFamily="18" charset="0"/>
                <a:cs typeface="Times New Roman" panose="02020603050405020304" pitchFamily="18" charset="0"/>
              </a:rPr>
              <a:t>Kotlin (MainActivity + MethodChannel) for PackageManager-based icon switching. Min SDK: Android 5.0 (API 21). Target SDK: Android 14 (API 34).</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1">
            <a:extLst>
              <a:ext uri="{FF2B5EF4-FFF2-40B4-BE49-F238E27FC236}">
                <a16:creationId xmlns:a16="http://schemas.microsoft.com/office/drawing/2014/main" id="{7D726CAD-BB71-8ECF-097C-0EE3A8FA5943}"/>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6. Outcome of Project</a:t>
            </a:r>
          </a:p>
        </p:txBody>
      </p:sp>
      <p:sp>
        <p:nvSpPr>
          <p:cNvPr id="6146" name="Rectangle 2">
            <a:extLst>
              <a:ext uri="{FF2B5EF4-FFF2-40B4-BE49-F238E27FC236}">
                <a16:creationId xmlns:a16="http://schemas.microsoft.com/office/drawing/2014/main" id="{8C2CA3C4-8126-64D4-B0F6-F30D2F72B7E6}"/>
              </a:ext>
            </a:extLst>
          </p:cNvPr>
          <p:cNvSpPr>
            <a:spLocks noChangeArrowheads="1"/>
          </p:cNvSpPr>
          <p:nvPr/>
        </p:nvSpPr>
        <p:spPr bwMode="auto">
          <a:xfrm>
            <a:off x="503238" y="1768475"/>
            <a:ext cx="9070975" cy="4989513"/>
          </a:xfrm>
          <a:prstGeom prst="rect">
            <a:avLst/>
          </a:prstGeom>
          <a:noFill/>
          <a:ln>
            <a:noFill/>
          </a:ln>
          <a:effectLst/>
        </p:spPr>
        <p:txBody>
          <a:bodyPr lIns="0" tIns="21240" rIns="0" bIns="0"/>
          <a:lstStyle>
            <a:lvl1pPr marL="430213" indent="-322263">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9pPr>
          </a:lstStyle>
          <a:p>
            <a:pPr eaLnBrk="1" hangingPunct="1">
              <a:lnSpc>
                <a:spcPct val="93000"/>
              </a:lnSpc>
              <a:spcAft>
                <a:spcPts val="800"/>
              </a:spcAft>
              <a:buFont typeface="Arial" panose="020B0604020202020204" pitchFamily="34" charset="0"/>
              <a:buChar char="•"/>
            </a:pPr>
            <a:r>
              <a:rPr lang="en-IN" altLang="en-US" sz="2000" dirty="0">
                <a:solidFill>
                  <a:srgbClr val="000000"/>
                </a:solidFill>
                <a:latin typeface="Times New Roman" panose="02020603050405020304" pitchFamily="18" charset="0"/>
                <a:cs typeface="Times New Roman" panose="02020603050405020304" pitchFamily="18" charset="0"/>
              </a:rPr>
              <a:t>User can import photos and videos from the device gallery into the encrypted vault, where they are immediately encrypted.</a:t>
            </a:r>
          </a:p>
          <a:p>
            <a:pPr eaLnBrk="1" hangingPunct="1">
              <a:lnSpc>
                <a:spcPct val="93000"/>
              </a:lnSpc>
              <a:spcAft>
                <a:spcPts val="800"/>
              </a:spcAft>
              <a:buFont typeface="Arial" panose="020B0604020202020204" pitchFamily="34" charset="0"/>
              <a:buChar char="•"/>
            </a:pPr>
            <a:r>
              <a:rPr lang="en-IN" altLang="en-US" sz="2000" dirty="0">
                <a:solidFill>
                  <a:srgbClr val="000000"/>
                </a:solidFill>
                <a:latin typeface="Times New Roman" panose="02020603050405020304" pitchFamily="18" charset="0"/>
                <a:cs typeface="Times New Roman" panose="02020603050405020304" pitchFamily="18" charset="0"/>
              </a:rPr>
              <a:t>User can securely view encrypted images and videos inside the app — decryption is entirely in-memory, no plaintext is written to disk.</a:t>
            </a:r>
          </a:p>
          <a:p>
            <a:pPr eaLnBrk="1" hangingPunct="1">
              <a:lnSpc>
                <a:spcPct val="93000"/>
              </a:lnSpc>
              <a:spcAft>
                <a:spcPts val="800"/>
              </a:spcAft>
              <a:buFont typeface="Arial" panose="020B0604020202020204" pitchFamily="34" charset="0"/>
              <a:buChar char="•"/>
            </a:pPr>
            <a:r>
              <a:rPr lang="en-IN" altLang="en-US" sz="2000" dirty="0">
                <a:solidFill>
                  <a:srgbClr val="000000"/>
                </a:solidFill>
                <a:latin typeface="Times New Roman" panose="02020603050405020304" pitchFamily="18" charset="0"/>
                <a:cs typeface="Times New Roman" panose="02020603050405020304" pitchFamily="18" charset="0"/>
              </a:rPr>
              <a:t>User can show the decoy vault with the decoy PIN, achieving plausible deniability; the real vault remains completely hidden.</a:t>
            </a:r>
          </a:p>
          <a:p>
            <a:pPr eaLnBrk="1" hangingPunct="1">
              <a:lnSpc>
                <a:spcPct val="93000"/>
              </a:lnSpc>
              <a:spcAft>
                <a:spcPts val="800"/>
              </a:spcAft>
              <a:buFont typeface="Arial" panose="020B0604020202020204" pitchFamily="34" charset="0"/>
              <a:buChar char="•"/>
            </a:pPr>
            <a:r>
              <a:rPr lang="en-IN" altLang="en-US" sz="2000" dirty="0">
                <a:solidFill>
                  <a:srgbClr val="000000"/>
                </a:solidFill>
                <a:latin typeface="Times New Roman" panose="02020603050405020304" pitchFamily="18" charset="0"/>
                <a:cs typeface="Times New Roman" panose="02020603050405020304" pitchFamily="18" charset="0"/>
              </a:rPr>
              <a:t>User can switch the home screen app icon between Calculator and </a:t>
            </a:r>
            <a:r>
              <a:rPr lang="en-IN" altLang="en-US" sz="2000" dirty="0" err="1">
                <a:solidFill>
                  <a:srgbClr val="000000"/>
                </a:solidFill>
                <a:latin typeface="Times New Roman" panose="02020603050405020304" pitchFamily="18" charset="0"/>
                <a:cs typeface="Times New Roman" panose="02020603050405020304" pitchFamily="18" charset="0"/>
              </a:rPr>
              <a:t>and</a:t>
            </a:r>
            <a:r>
              <a:rPr lang="en-IN" altLang="en-US" sz="2000" dirty="0">
                <a:solidFill>
                  <a:srgbClr val="000000"/>
                </a:solidFill>
                <a:latin typeface="Times New Roman" panose="02020603050405020304" pitchFamily="18" charset="0"/>
                <a:cs typeface="Times New Roman" panose="02020603050405020304" pitchFamily="18" charset="0"/>
              </a:rPr>
              <a:t> other widely used applications without reinstalling the app.</a:t>
            </a: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3759635-634A-405E-B674-CB60BF5B0FD0}"/>
            </a:ext>
          </a:extLst>
        </p:cNvPr>
        <p:cNvGrpSpPr/>
        <p:nvPr/>
      </p:nvGrpSpPr>
      <p:grpSpPr>
        <a:xfrm>
          <a:off x="0" y="0"/>
          <a:ext cx="0" cy="0"/>
          <a:chOff x="0" y="0"/>
          <a:chExt cx="0" cy="0"/>
        </a:xfrm>
      </p:grpSpPr>
      <p:sp>
        <p:nvSpPr>
          <p:cNvPr id="8194" name="Rectangle 1">
            <a:extLst>
              <a:ext uri="{FF2B5EF4-FFF2-40B4-BE49-F238E27FC236}">
                <a16:creationId xmlns:a16="http://schemas.microsoft.com/office/drawing/2014/main" id="{C406BAE7-0F19-0C5F-9B47-BBA9EA24719A}"/>
              </a:ext>
            </a:extLst>
          </p:cNvPr>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7. SDG-</a:t>
            </a:r>
            <a:r>
              <a:rPr lang="en-IN" sz="3600" dirty="0"/>
              <a:t>Peace, Justice &amp; Strong Institutions</a:t>
            </a:r>
            <a:endPar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endParaRPr>
          </a:p>
        </p:txBody>
      </p:sp>
      <p:sp>
        <p:nvSpPr>
          <p:cNvPr id="6146" name="Rectangle 2">
            <a:extLst>
              <a:ext uri="{FF2B5EF4-FFF2-40B4-BE49-F238E27FC236}">
                <a16:creationId xmlns:a16="http://schemas.microsoft.com/office/drawing/2014/main" id="{154B74E7-C30A-DFF2-1DE0-161E9404A74F}"/>
              </a:ext>
            </a:extLst>
          </p:cNvPr>
          <p:cNvSpPr>
            <a:spLocks noChangeArrowheads="1"/>
          </p:cNvSpPr>
          <p:nvPr/>
        </p:nvSpPr>
        <p:spPr bwMode="auto">
          <a:xfrm>
            <a:off x="503238" y="1768475"/>
            <a:ext cx="9070975" cy="4989513"/>
          </a:xfrm>
          <a:prstGeom prst="rect">
            <a:avLst/>
          </a:prstGeom>
          <a:noFill/>
          <a:ln>
            <a:noFill/>
          </a:ln>
          <a:effectLst/>
        </p:spPr>
        <p:txBody>
          <a:bodyPr lIns="0" tIns="21240" rIns="0" bIns="0"/>
          <a:lstStyle>
            <a:lvl1pPr marL="430213" indent="-322263">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cs typeface="Noto Sans CJK SC Regular" charset="0"/>
              </a:defRPr>
            </a:lvl9pPr>
          </a:lstStyle>
          <a:p>
            <a:pPr eaLnBrk="1" hangingPunct="1">
              <a:lnSpc>
                <a:spcPct val="93000"/>
              </a:lnSpc>
              <a:spcAft>
                <a:spcPts val="8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Cybercrime cases globally are increasing rapidly, with millions of users affected each year</a:t>
            </a:r>
            <a:r>
              <a:rPr lang="en-IN" altLang="en-US" sz="2000" dirty="0">
                <a:solidFill>
                  <a:srgbClr val="000000"/>
                </a:solidFill>
                <a:latin typeface="Times New Roman" panose="02020603050405020304" pitchFamily="18" charset="0"/>
                <a:cs typeface="Times New Roman" panose="02020603050405020304" pitchFamily="18" charset="0"/>
              </a:rPr>
              <a:t>.</a:t>
            </a:r>
          </a:p>
          <a:p>
            <a:pPr eaLnBrk="1" hangingPunct="1">
              <a:lnSpc>
                <a:spcPct val="93000"/>
              </a:lnSpc>
              <a:spcAft>
                <a:spcPts val="8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Strong digital security systems help build trust and protect user rights in the digital ecosystem</a:t>
            </a:r>
            <a:r>
              <a:rPr lang="en-IN" altLang="en-US" sz="2000" dirty="0">
                <a:solidFill>
                  <a:srgbClr val="000000"/>
                </a:solidFill>
                <a:latin typeface="Times New Roman" panose="02020603050405020304" pitchFamily="18" charset="0"/>
                <a:cs typeface="Times New Roman" panose="02020603050405020304" pitchFamily="18" charset="0"/>
              </a:rPr>
              <a:t>.</a:t>
            </a:r>
          </a:p>
          <a:p>
            <a:pPr eaLnBrk="1" hangingPunct="1">
              <a:lnSpc>
                <a:spcPct val="93000"/>
              </a:lnSpc>
              <a:spcAft>
                <a:spcPts val="8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Our Secret Vault App ensures secure access using encryption and decoy protection, supporting digital safety</a:t>
            </a:r>
            <a:r>
              <a:rPr lang="en-IN" altLang="en-US" sz="2000" dirty="0">
                <a:solidFill>
                  <a:srgbClr val="00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62300233"/>
      </p:ext>
    </p:extLst>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2116EA3-F37F-2465-E69D-EF3B069FF3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792" y="107429"/>
            <a:ext cx="2171042" cy="4824536"/>
          </a:xfrm>
          <a:prstGeom prst="rect">
            <a:avLst/>
          </a:prstGeom>
        </p:spPr>
      </p:pic>
      <p:pic>
        <p:nvPicPr>
          <p:cNvPr id="11" name="Picture 10">
            <a:extLst>
              <a:ext uri="{FF2B5EF4-FFF2-40B4-BE49-F238E27FC236}">
                <a16:creationId xmlns:a16="http://schemas.microsoft.com/office/drawing/2014/main" id="{1E4C879E-A5CF-0AC1-2511-DAC68AF2E3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4088" y="112970"/>
            <a:ext cx="2171042" cy="4824537"/>
          </a:xfrm>
          <a:prstGeom prst="rect">
            <a:avLst/>
          </a:prstGeom>
        </p:spPr>
      </p:pic>
      <p:pic>
        <p:nvPicPr>
          <p:cNvPr id="13" name="Picture 12">
            <a:extLst>
              <a:ext uri="{FF2B5EF4-FFF2-40B4-BE49-F238E27FC236}">
                <a16:creationId xmlns:a16="http://schemas.microsoft.com/office/drawing/2014/main" id="{3D57E5D2-AA47-2F92-610D-5CAA084B0B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44368" y="107429"/>
            <a:ext cx="2089770" cy="4824536"/>
          </a:xfrm>
          <a:prstGeom prst="rect">
            <a:avLst/>
          </a:prstGeom>
        </p:spPr>
      </p:pic>
    </p:spTree>
    <p:extLst>
      <p:ext uri="{BB962C8B-B14F-4D97-AF65-F5344CB8AC3E}">
        <p14:creationId xmlns:p14="http://schemas.microsoft.com/office/powerpoint/2010/main" val="269706530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157</TotalTime>
  <Words>798</Words>
  <Application>Microsoft Office PowerPoint</Application>
  <PresentationFormat>Custom</PresentationFormat>
  <Paragraphs>80</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 b</dc:creator>
  <cp:lastModifiedBy>Satyam Pandey</cp:lastModifiedBy>
  <cp:revision>28</cp:revision>
  <cp:lastPrinted>2022-08-20T08:09:49Z</cp:lastPrinted>
  <dcterms:created xsi:type="dcterms:W3CDTF">2017-10-25T08:22:14Z</dcterms:created>
  <dcterms:modified xsi:type="dcterms:W3CDTF">2026-03-31T18:47:35Z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6</vt:i4>
  </property>
</Properties>
</file>