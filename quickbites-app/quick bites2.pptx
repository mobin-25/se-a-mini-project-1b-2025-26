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5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72" r:id="rId15"/>
    <p:sldId id="265" r:id="rId16"/>
    <p:sldId id="268" r:id="rId17"/>
    <p:sldId id="271" r:id="rId18"/>
    <p:sldId id="270" r:id="rId19"/>
    <p:sldId id="269" r:id="rId20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39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move the slide</a:t>
            </a: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89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90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1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5D3475-9281-4FA6-BE96-E4C224477BB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Num" idx="52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3F37738F-8ABC-454E-8D79-2D74CC58D34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Num" idx="53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FF629002-F4B3-4D20-968D-27E49AA22F6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2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Num" idx="54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4436B99A-3B2E-4C9A-B482-E17D89E8AADC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Num" idx="55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3D42CE16-EE4C-44DC-BBE6-105AFBF9D58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4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Num" idx="56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B0A6C115-E25D-4C95-B0D4-6B14EAA0338F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5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Num" idx="57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D3D1162A-6EEB-4965-93D5-097530630217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6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Num" idx="58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EF25D525-FD82-4C84-9C27-D418517061C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7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Num" idx="59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DFBB94DA-BE64-48A1-AC13-BA17F72ED88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8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Num" idx="60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8F289DB2-ECCE-47E4-BE4F-34164C53C5DF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9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Num" idx="60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8F289DB2-ECCE-47E4-BE4F-34164C53C5DF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10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108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Num" idx="60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8F289DB2-ECCE-47E4-BE4F-34164C53C5DF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3340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Num" idx="61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2EF58411-4E7B-4EA2-880A-4048CE13063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13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Num" idx="61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2EF58411-4E7B-4EA2-880A-4048CE13063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14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1292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Num" idx="61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2EF58411-4E7B-4EA2-880A-4048CE13063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15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1289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Num" idx="61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2EF58411-4E7B-4EA2-880A-4048CE13063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16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391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Num" idx="61"/>
          </p:nvPr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457200">
              <a:lnSpc>
                <a:spcPct val="93000"/>
              </a:lnSpc>
              <a:buNone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</a:tabLst>
            </a:pPr>
            <a:fld id="{2EF58411-4E7B-4EA2-880A-4048CE13063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17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75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5889C3-2764-42C7-839C-E235BBA7613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31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2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3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4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72120" y="672120"/>
            <a:ext cx="6997680" cy="37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485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5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72120" y="4927680"/>
            <a:ext cx="6997680" cy="173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979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A64522-BE5A-4B8D-8F51-485982E1BD18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47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8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9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0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" name="TextBox 3"/>
          <p:cNvSpPr/>
          <p:nvPr/>
        </p:nvSpPr>
        <p:spPr>
          <a:xfrm>
            <a:off x="531720" y="871560"/>
            <a:ext cx="5043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50400" rIns="100800" bIns="504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82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IN" sz="8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7439040" y="3181320"/>
            <a:ext cx="50292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50400" rIns="100800" bIns="504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82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IN" sz="8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54280" y="672120"/>
            <a:ext cx="6693840" cy="333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485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5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213920" y="4003920"/>
            <a:ext cx="5974560" cy="4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77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77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72120" y="4927680"/>
            <a:ext cx="6997680" cy="173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979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7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8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9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4AF3FC-8B6D-46CC-A16F-D8392938C064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66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7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68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69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2120" y="2129760"/>
            <a:ext cx="6997680" cy="286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485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5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72120" y="4990680"/>
            <a:ext cx="6997680" cy="166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979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0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1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0" name="PlaceHolder 5"/>
          <p:cNvSpPr>
            <a:spLocks noGrp="1"/>
          </p:cNvSpPr>
          <p:nvPr>
            <p:ph type="sldNum" idx="12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F30EF1-8402-4F0E-8A65-0C842745B9BA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82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84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85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TextBox 3"/>
          <p:cNvSpPr/>
          <p:nvPr/>
        </p:nvSpPr>
        <p:spPr>
          <a:xfrm>
            <a:off x="531720" y="871560"/>
            <a:ext cx="5043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50400" rIns="100800" bIns="504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82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IN" sz="8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7439040" y="3181320"/>
            <a:ext cx="50292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50400" rIns="100800" bIns="504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82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IN" sz="8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54280" y="672120"/>
            <a:ext cx="6693840" cy="333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485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5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72120" y="4423680"/>
            <a:ext cx="699768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64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64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72120" y="4990680"/>
            <a:ext cx="6997680" cy="166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979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13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ftr" idx="14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15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57B351-A208-43B7-ACCF-03EADB41C4E3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101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2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03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04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8960" y="672120"/>
            <a:ext cx="6990840" cy="333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485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5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72120" y="4423680"/>
            <a:ext cx="699768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64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64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72120" y="4990680"/>
            <a:ext cx="6997680" cy="166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979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dt" idx="16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ftr" idx="17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6" name="PlaceHolder 6"/>
          <p:cNvSpPr>
            <a:spLocks noGrp="1"/>
          </p:cNvSpPr>
          <p:nvPr>
            <p:ph type="sldNum" idx="18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EEB89A-6EF2-482B-9A53-3FAD76B8608B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118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9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20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21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3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30" name="PlaceHolder 3"/>
          <p:cNvSpPr>
            <a:spLocks noGrp="1"/>
          </p:cNvSpPr>
          <p:nvPr>
            <p:ph type="dt" idx="19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ftr" idx="20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2" name="PlaceHolder 5"/>
          <p:cNvSpPr>
            <a:spLocks noGrp="1"/>
          </p:cNvSpPr>
          <p:nvPr>
            <p:ph type="sldNum" idx="21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533AF4-ED79-47A4-AEFA-F59084EC5F20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134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5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36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37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589440" y="672120"/>
            <a:ext cx="1078560" cy="5788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3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72120" y="672120"/>
            <a:ext cx="5726880" cy="5788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46" name="PlaceHolder 3"/>
          <p:cNvSpPr>
            <a:spLocks noGrp="1"/>
          </p:cNvSpPr>
          <p:nvPr>
            <p:ph type="dt" idx="22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ftr" idx="23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48" name="PlaceHolder 5"/>
          <p:cNvSpPr>
            <a:spLocks noGrp="1"/>
          </p:cNvSpPr>
          <p:nvPr>
            <p:ph type="sldNum" idx="24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1A4D8B-4AA0-4B79-8180-15A672C64953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172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73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74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75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72120" y="2977200"/>
            <a:ext cx="6997680" cy="201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441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1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72120" y="4990680"/>
            <a:ext cx="6997680" cy="9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21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21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28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ftr" idx="29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6" name="PlaceHolder 5"/>
          <p:cNvSpPr>
            <a:spLocks noGrp="1"/>
          </p:cNvSpPr>
          <p:nvPr>
            <p:ph type="sldNum" idx="30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2DE1EC-5363-44D4-8192-16494C354BA1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188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9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90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91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72120" y="672120"/>
            <a:ext cx="699768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3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72120" y="2381760"/>
            <a:ext cx="3404160" cy="427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79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7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4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2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2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4265640" y="2381760"/>
            <a:ext cx="3404160" cy="427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79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7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4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2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2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01" name="PlaceHolder 4"/>
          <p:cNvSpPr>
            <a:spLocks noGrp="1"/>
          </p:cNvSpPr>
          <p:nvPr>
            <p:ph type="dt" idx="31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ftr" idx="32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3" name="PlaceHolder 6"/>
          <p:cNvSpPr>
            <a:spLocks noGrp="1"/>
          </p:cNvSpPr>
          <p:nvPr>
            <p:ph type="sldNum" idx="33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C0A39B-E37B-45D0-B07F-4D4458D839F6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205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6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07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08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72120" y="672120"/>
            <a:ext cx="699768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3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72120" y="2382120"/>
            <a:ext cx="3407040" cy="63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64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672120" y="3017160"/>
            <a:ext cx="3407040" cy="364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18" name="PlaceHolder 4"/>
          <p:cNvSpPr>
            <a:spLocks noGrp="1"/>
          </p:cNvSpPr>
          <p:nvPr>
            <p:ph type="body"/>
          </p:nvPr>
        </p:nvSpPr>
        <p:spPr>
          <a:xfrm>
            <a:off x="4262760" y="2382120"/>
            <a:ext cx="3407040" cy="63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64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19" name="PlaceHolder 5"/>
          <p:cNvSpPr>
            <a:spLocks noGrp="1"/>
          </p:cNvSpPr>
          <p:nvPr>
            <p:ph type="body"/>
          </p:nvPr>
        </p:nvSpPr>
        <p:spPr>
          <a:xfrm>
            <a:off x="4262760" y="3017160"/>
            <a:ext cx="3407040" cy="364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20" name="PlaceHolder 6"/>
          <p:cNvSpPr>
            <a:spLocks noGrp="1"/>
          </p:cNvSpPr>
          <p:nvPr>
            <p:ph type="dt" idx="34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7"/>
          <p:cNvSpPr>
            <a:spLocks noGrp="1"/>
          </p:cNvSpPr>
          <p:nvPr>
            <p:ph type="ftr" idx="35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2" name="PlaceHolder 8"/>
          <p:cNvSpPr>
            <a:spLocks noGrp="1"/>
          </p:cNvSpPr>
          <p:nvPr>
            <p:ph type="sldNum" idx="36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05D210-8794-4293-9FFC-A664A9728FBD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224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5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26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27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72120" y="672120"/>
            <a:ext cx="699768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3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dt" idx="37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ftr" idx="38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7" name="PlaceHolder 4"/>
          <p:cNvSpPr>
            <a:spLocks noGrp="1"/>
          </p:cNvSpPr>
          <p:nvPr>
            <p:ph type="sldNum" idx="39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DD888C-9AC6-4EC5-AD69-05144BF92220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239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40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41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42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9" name="PlaceHolder 1"/>
          <p:cNvSpPr>
            <a:spLocks noGrp="1"/>
          </p:cNvSpPr>
          <p:nvPr>
            <p:ph type="dt" idx="40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ftr" idx="41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1" name="PlaceHolder 3"/>
          <p:cNvSpPr>
            <a:spLocks noGrp="1"/>
          </p:cNvSpPr>
          <p:nvPr>
            <p:ph type="sldNum" idx="42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1D0C7A-5C27-4D06-9C2E-B61C2FC8CF3A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253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54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55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56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72120" y="1652040"/>
            <a:ext cx="3075480" cy="140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221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21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3936960" y="567720"/>
            <a:ext cx="3732480" cy="609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672120" y="3061080"/>
            <a:ext cx="3075480" cy="284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66" name="PlaceHolder 4"/>
          <p:cNvSpPr>
            <a:spLocks noGrp="1"/>
          </p:cNvSpPr>
          <p:nvPr>
            <p:ph type="dt" idx="43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ftr" idx="44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68" name="PlaceHolder 6"/>
          <p:cNvSpPr>
            <a:spLocks noGrp="1"/>
          </p:cNvSpPr>
          <p:nvPr>
            <p:ph type="sldNum" idx="45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A1ECBE-06A2-41D6-B0E7-AB6C48C9C61C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270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71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72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73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72120" y="5291640"/>
            <a:ext cx="6997680" cy="62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264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72120" y="672120"/>
            <a:ext cx="6997680" cy="423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7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77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672120" y="5916600"/>
            <a:ext cx="6997680" cy="74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32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83" name="PlaceHolder 4"/>
          <p:cNvSpPr>
            <a:spLocks noGrp="1"/>
          </p:cNvSpPr>
          <p:nvPr>
            <p:ph type="dt" idx="46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ftr" idx="47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5" name="PlaceHolder 6"/>
          <p:cNvSpPr>
            <a:spLocks noGrp="1"/>
          </p:cNvSpPr>
          <p:nvPr>
            <p:ph type="sldNum" idx="48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623C0F-2AD0-4F3B-B741-BE05198A3941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90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9878FAB2-CD25-4981-B1BC-7B1F3123159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973E9E88-BC39-4998-93B5-F19C2ADEA6A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39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900" b="0" u="none" strike="noStrike">
              <a:solidFill>
                <a:srgbClr val="404040"/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CE0148F-3ABF-4097-9FF7-F1C95FA3F54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3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6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17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cxnSp>
          <p:nvCxnSpPr>
            <p:cNvPr id="14" name="Straight Connector 4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" name="Straight Connector 5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6" name="Freeform 2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3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3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3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3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3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3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17"/>
            <p:cNvSpPr/>
            <p:nvPr/>
          </p:nvSpPr>
          <p:spPr>
            <a:xfrm>
              <a:off x="-9360" y="-9360"/>
              <a:ext cx="952200" cy="6281280"/>
            </a:xfrm>
            <a:custGeom>
              <a:avLst/>
              <a:gdLst>
                <a:gd name="textAreaLeft" fmla="*/ 0 w 952200"/>
                <a:gd name="textAreaRight" fmla="*/ 952560 w 952200"/>
                <a:gd name="textAreaTop" fmla="*/ 0 h 6281280"/>
                <a:gd name="textAreaBottom" fmla="*/ 6281640 h 628128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46320" y="2650680"/>
            <a:ext cx="6423120" cy="18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503280">
              <a:lnSpc>
                <a:spcPct val="100000"/>
              </a:lnSpc>
              <a:buNone/>
            </a:pPr>
            <a:r>
              <a:rPr lang="en-US" sz="595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95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3620BB-A054-4402-A74A-1E3B0C7DA8CA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6"/>
          <p:cNvGrpSpPr/>
          <p:nvPr/>
        </p:nvGrpSpPr>
        <p:grpSpPr>
          <a:xfrm>
            <a:off x="-9360" y="-9360"/>
            <a:ext cx="10110240" cy="7578360"/>
            <a:chOff x="-9360" y="-9360"/>
            <a:chExt cx="10110240" cy="7578360"/>
          </a:xfrm>
        </p:grpSpPr>
        <p:sp>
          <p:nvSpPr>
            <p:cNvPr id="150" name="Freeform 6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3144600"/>
                <a:gd name="textAreaBottom" fmla="*/ 3144960 h 31446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51" name="Straight Connector 7"/>
            <p:cNvCxnSpPr/>
            <p:nvPr/>
          </p:nvCxnSpPr>
          <p:spPr>
            <a:xfrm flipV="1">
              <a:off x="5655960" y="4601880"/>
              <a:ext cx="4434480" cy="295812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2" name="Straight Connector 8"/>
            <p:cNvCxnSpPr/>
            <p:nvPr/>
          </p:nvCxnSpPr>
          <p:spPr>
            <a:xfrm>
              <a:off x="7764120" y="0"/>
              <a:ext cx="1343520" cy="7560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3" name="Freeform 9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10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>
                <a:gd name="textAreaLeft" fmla="*/ 0 w 2147400"/>
                <a:gd name="textAreaRight" fmla="*/ 2147760 w 214740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>
                <a:gd name="textAreaLeft" fmla="*/ 0 w 2769840"/>
                <a:gd name="textAreaRight" fmla="*/ 2770200 w 276984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12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Freeform 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>
                <a:gd name="textAreaLeft" fmla="*/ 0 w 944280"/>
                <a:gd name="textAreaRight" fmla="*/ 944640 w 94428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eform 14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>
                <a:gd name="textAreaLeft" fmla="*/ 0 w 1176120"/>
                <a:gd name="textAreaRight" fmla="*/ 1176480 w 1176120"/>
                <a:gd name="textAreaTop" fmla="*/ 0 h 7569000"/>
                <a:gd name="textAreaBottom" fmla="*/ 7569360 h 756900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eform 15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>
                <a:gd name="textAreaLeft" fmla="*/ 0 w 1206000"/>
                <a:gd name="textAreaRight" fmla="*/ 1206360 w 1206000"/>
                <a:gd name="textAreaTop" fmla="*/ 0 h 2165040"/>
                <a:gd name="textAreaBottom" fmla="*/ 2165400 h 21650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503280">
              <a:lnSpc>
                <a:spcPct val="100000"/>
              </a:lnSpc>
              <a:buNone/>
            </a:pPr>
            <a:r>
              <a:rPr lang="en-US" sz="397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97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9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817560" lvl="1" indent="-31428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7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258920" lvl="2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5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763640" lvl="3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266920" lvl="4" indent="-250920" defTabSz="503280">
              <a:lnSpc>
                <a:spcPct val="100000"/>
              </a:lnSpc>
              <a:spcBef>
                <a:spcPts val="1100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62" name="PlaceHolder 3"/>
          <p:cNvSpPr>
            <a:spLocks noGrp="1"/>
          </p:cNvSpPr>
          <p:nvPr>
            <p:ph type="dt" idx="25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8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ftr" idx="26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4" name="PlaceHolder 5"/>
          <p:cNvSpPr>
            <a:spLocks noGrp="1"/>
          </p:cNvSpPr>
          <p:nvPr>
            <p:ph type="sldNum" idx="27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E9761-A6FB-4567-873B-7FB304816819}" type="slidenum">
              <a:rPr lang="en-US" sz="989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IN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1"/>
          <p:cNvSpPr/>
          <p:nvPr/>
        </p:nvSpPr>
        <p:spPr>
          <a:xfrm>
            <a:off x="503280" y="1768320"/>
            <a:ext cx="907056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Quick Bites- Smart Canteen Management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Group members with Student Id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RAZZAK ANSARI-24107097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BHOOMI LOKHANDE-24107078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MIHIR DESHMUKH-24107049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VISHAL CHAUHAN-24107072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Project Guide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Ms.Richa Singh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Straight Connector 2"/>
          <p:cNvCxnSpPr/>
          <p:nvPr/>
        </p:nvCxnSpPr>
        <p:spPr>
          <a:xfrm>
            <a:off x="0" y="1742760"/>
            <a:ext cx="10080720" cy="360"/>
          </a:xfrm>
          <a:prstGeom prst="straightConnector1">
            <a:avLst/>
          </a:prstGeom>
          <a:ln cap="rnd">
            <a:solidFill>
              <a:srgbClr val="000000"/>
            </a:solidFill>
            <a:round/>
          </a:ln>
        </p:spPr>
      </p:cxnSp>
      <p:pic>
        <p:nvPicPr>
          <p:cNvPr id="294" name="Picture 4"/>
          <p:cNvPicPr/>
          <p:nvPr/>
        </p:nvPicPr>
        <p:blipFill>
          <a:blip r:embed="rId3"/>
          <a:stretch/>
        </p:blipFill>
        <p:spPr>
          <a:xfrm>
            <a:off x="0" y="0"/>
            <a:ext cx="10080360" cy="1952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504720" y="144360"/>
            <a:ext cx="9070560" cy="105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Contents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2"/>
          <p:cNvSpPr/>
          <p:nvPr/>
        </p:nvSpPr>
        <p:spPr>
          <a:xfrm>
            <a:off x="504720" y="1116000"/>
            <a:ext cx="9322920" cy="557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Introduction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Objectives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Scope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Features / Functionality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Project Outcomes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Technology Stack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2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Block Diagram if applicable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Introduction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2"/>
          <p:cNvSpPr/>
          <p:nvPr/>
        </p:nvSpPr>
        <p:spPr>
          <a:xfrm>
            <a:off x="503280" y="1768320"/>
            <a:ext cx="9070560" cy="49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50720" indent="-343080" defTabSz="457200">
              <a:lnSpc>
                <a:spcPct val="93000"/>
              </a:lnSpc>
              <a:spcAft>
                <a:spcPts val="1412"/>
              </a:spcAft>
              <a:buClr>
                <a:srgbClr val="000000"/>
              </a:buClr>
              <a:buFont typeface="Arial"/>
              <a:buChar char="•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720" indent="-343080" defTabSz="457200">
              <a:lnSpc>
                <a:spcPct val="93000"/>
              </a:lnSpc>
              <a:spcAft>
                <a:spcPts val="1412"/>
              </a:spcAft>
              <a:buClr>
                <a:srgbClr val="000000"/>
              </a:buClr>
              <a:buFont typeface="Arial"/>
              <a:buChar char="•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Problem Identified :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93000"/>
              </a:lnSpc>
              <a:spcAft>
                <a:spcPts val="1412"/>
              </a:spcAft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Long queues in canteens during breaks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93000"/>
              </a:lnSpc>
              <a:spcAft>
                <a:spcPts val="1412"/>
              </a:spcAft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Difficulty managing orders manually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3000"/>
              </a:lnSpc>
              <a:spcAft>
                <a:spcPts val="1412"/>
              </a:spcAft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720" indent="-343080" defTabSz="457200">
              <a:lnSpc>
                <a:spcPct val="93000"/>
              </a:lnSpc>
              <a:spcAft>
                <a:spcPts val="1412"/>
              </a:spcAft>
              <a:buClr>
                <a:srgbClr val="000000"/>
              </a:buClr>
              <a:buFont typeface="Arial"/>
              <a:buChar char="•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Solution Proposed :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Mobile application for viewing menu and placing orders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Digital system for order management and notifications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3000"/>
              </a:lnSpc>
              <a:spcAft>
                <a:spcPts val="1412"/>
              </a:spcAft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220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2. Objectives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2"/>
          <p:cNvSpPr/>
          <p:nvPr/>
        </p:nvSpPr>
        <p:spPr>
          <a:xfrm>
            <a:off x="503280" y="1768320"/>
            <a:ext cx="9070560" cy="49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1. To develop a mobile application that allows customers to view the canteen menu and place orders online.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2. To reduce waiting time and congestion in the canteen using digital ordering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endParaRPr lang="en-US" sz="2400" dirty="0">
              <a:solidFill>
                <a:srgbClr val="000000"/>
              </a:solidFill>
              <a:latin typeface="Arial"/>
            </a:endParaRPr>
          </a:p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3. To allow canteen staff (admin) to efficiently manage the digital menu by updating item availability in real time.</a:t>
            </a:r>
          </a:p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0200" indent="-322200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4. To enable the admin to notify customers when their order is ready, ensuring smooth and organized order delivery.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3. Scope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2"/>
          <p:cNvSpPr/>
          <p:nvPr/>
        </p:nvSpPr>
        <p:spPr>
          <a:xfrm>
            <a:off x="503280" y="1941418"/>
            <a:ext cx="9070560" cy="49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10944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B75532-03CC-4D05-AC4F-3BA0BBC1B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80" y="1564794"/>
            <a:ext cx="781931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Applicable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colleges, schools, and office </a:t>
            </a:r>
            <a:r>
              <a:rPr lang="en-US" sz="2400" dirty="0"/>
              <a:t>cafeterias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system for handling multiple users simultaneously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with features like: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		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payments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-Order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-Analytics for canteen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4. Feature /Functionality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2"/>
          <p:cNvSpPr/>
          <p:nvPr/>
        </p:nvSpPr>
        <p:spPr>
          <a:xfrm>
            <a:off x="503280" y="1768320"/>
            <a:ext cx="9070560" cy="49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10944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944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Sign-up/Login via College ID, categorized Menu Search (Name/Category), and real-time Order Status Notifications.</a:t>
            </a:r>
          </a:p>
          <a:p>
            <a:pPr marL="10944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Dynamic Menu Management (Add/Update/Delete items) and a live dashboard to track daily income and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5. Outcome of Project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2"/>
          <p:cNvSpPr/>
          <p:nvPr/>
        </p:nvSpPr>
        <p:spPr>
          <a:xfrm>
            <a:off x="503280" y="1768320"/>
            <a:ext cx="9070560" cy="498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Users can view the canteen menu through the app.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Users can add items to cart and place orders.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Admin can manage the menu digitally.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System reduces waiting time in the canteen.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Provides a smoother and organized order system.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944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6. Technology Stack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2"/>
          <p:cNvSpPr/>
          <p:nvPr/>
        </p:nvSpPr>
        <p:spPr>
          <a:xfrm>
            <a:off x="503280" y="1563840"/>
            <a:ext cx="9070560" cy="51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109440" defTabSz="457200">
              <a:lnSpc>
                <a:spcPct val="93000"/>
              </a:lnSpc>
              <a:spcAft>
                <a:spcPts val="1412"/>
              </a:spcAft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Frontend (GUI): Flutter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Backend : Spring Boot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Database : </a:t>
            </a:r>
            <a:r>
              <a:rPr lang="en-IN" sz="24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MySql</a:t>
            </a: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Platform: Android Mobile Application</a:t>
            </a: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dirty="0">
              <a:solidFill>
                <a:srgbClr val="000000"/>
              </a:solidFill>
              <a:latin typeface="Times New Roman"/>
            </a:endParaRP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Tools used: </a:t>
            </a: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/>
              </a:rPr>
              <a:t>		1.github- version control</a:t>
            </a:r>
          </a:p>
          <a:p>
            <a:pPr marL="108000" defTabSz="457200">
              <a:lnSpc>
                <a:spcPct val="100000"/>
              </a:lnSpc>
              <a:buClr>
                <a:srgbClr val="000000"/>
              </a:buClr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	2.insomnia- API testing</a:t>
            </a: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dirty="0">
              <a:solidFill>
                <a:srgbClr val="000000"/>
              </a:solidFill>
              <a:latin typeface="Times New Roman"/>
            </a:endParaRPr>
          </a:p>
          <a:p>
            <a:pPr marL="565200" indent="-457200" defTabSz="45720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  <a:spcAft>
                <a:spcPts val="1412"/>
              </a:spcAft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9440" defTabSz="457200">
              <a:lnSpc>
                <a:spcPct val="150000"/>
              </a:lnSpc>
              <a:spcAft>
                <a:spcPts val="1412"/>
              </a:spcAft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7. Block Diagram </a:t>
            </a: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( if applicable)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2"/>
          <p:cNvSpPr/>
          <p:nvPr/>
        </p:nvSpPr>
        <p:spPr>
          <a:xfrm>
            <a:off x="503280" y="1563840"/>
            <a:ext cx="9070560" cy="51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108000" defTabSz="457200">
              <a:lnSpc>
                <a:spcPct val="93000"/>
              </a:lnSpc>
              <a:spcAft>
                <a:spcPts val="1412"/>
              </a:spcAft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1" name="Picture 2"/>
          <p:cNvPicPr/>
          <p:nvPr/>
        </p:nvPicPr>
        <p:blipFill>
          <a:blip r:embed="rId3"/>
          <a:srcRect t="4152" b="16016"/>
          <a:stretch/>
        </p:blipFill>
        <p:spPr>
          <a:xfrm>
            <a:off x="792000" y="1331640"/>
            <a:ext cx="5039280" cy="6034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503280" y="3009453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6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Take a Look</a:t>
            </a:r>
            <a:endParaRPr lang="en-IN" sz="6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2"/>
          <p:cNvSpPr/>
          <p:nvPr/>
        </p:nvSpPr>
        <p:spPr>
          <a:xfrm>
            <a:off x="503280" y="1563840"/>
            <a:ext cx="9070560" cy="51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108000" defTabSz="457200">
              <a:lnSpc>
                <a:spcPct val="93000"/>
              </a:lnSpc>
              <a:spcAft>
                <a:spcPts val="1412"/>
              </a:spcAft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776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2"/>
          <p:cNvSpPr/>
          <p:nvPr/>
        </p:nvSpPr>
        <p:spPr>
          <a:xfrm>
            <a:off x="503280" y="1563840"/>
            <a:ext cx="9070560" cy="51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1240" rIns="0" bIns="0" anchor="t">
            <a:noAutofit/>
          </a:bodyPr>
          <a:lstStyle/>
          <a:p>
            <a:pPr marL="108000" defTabSz="457200">
              <a:lnSpc>
                <a:spcPct val="93000"/>
              </a:lnSpc>
              <a:spcAft>
                <a:spcPts val="1412"/>
              </a:spcAft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DB2232-20C0-4B51-8CDE-F91A4029D0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" r="440"/>
          <a:stretch/>
        </p:blipFill>
        <p:spPr>
          <a:xfrm>
            <a:off x="3060416" y="178230"/>
            <a:ext cx="3386879" cy="720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1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F4B173-35C1-4B6D-8A81-A0BC95F17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132" y="220834"/>
            <a:ext cx="3458429" cy="733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47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B7994C-0C39-465A-8310-00A016159A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840" r="546" b="-4840"/>
          <a:stretch/>
        </p:blipFill>
        <p:spPr>
          <a:xfrm>
            <a:off x="3348672" y="263471"/>
            <a:ext cx="3383280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96B31-5A46-4B23-84CA-BBB8A7D29D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6" r="-15"/>
          <a:stretch/>
        </p:blipFill>
        <p:spPr>
          <a:xfrm>
            <a:off x="3339123" y="209226"/>
            <a:ext cx="3402378" cy="71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69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BB244-D28B-4C11-A96B-CDF16273D5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0" r="896"/>
          <a:stretch/>
        </p:blipFill>
        <p:spPr>
          <a:xfrm>
            <a:off x="3354621" y="185979"/>
            <a:ext cx="3371381" cy="718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0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72CA3-D99F-46D7-B109-E58F62E79F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0" r="440"/>
          <a:stretch/>
        </p:blipFill>
        <p:spPr>
          <a:xfrm>
            <a:off x="3346872" y="170481"/>
            <a:ext cx="3386879" cy="721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1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1"/>
          <p:cNvSpPr/>
          <p:nvPr/>
        </p:nvSpPr>
        <p:spPr>
          <a:xfrm>
            <a:off x="647640" y="3057480"/>
            <a:ext cx="9070560" cy="12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1680" rIns="0" bIns="0" anchor="ctr">
            <a:noAutofit/>
          </a:bodyPr>
          <a:lstStyle/>
          <a:p>
            <a:pPr algn="ctr" defTabSz="457200">
              <a:lnSpc>
                <a:spcPct val="93000"/>
              </a:lnSpc>
              <a:tabLst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Thank You...!!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20859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202</TotalTime>
  <Words>379</Words>
  <Application>Microsoft Office PowerPoint</Application>
  <PresentationFormat>Custom</PresentationFormat>
  <Paragraphs>94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DejaVu Sans</vt:lpstr>
      <vt:lpstr>Times New Roman</vt:lpstr>
      <vt:lpstr>Trebuchet MS</vt:lpstr>
      <vt:lpstr>Wingdings</vt:lpstr>
      <vt:lpstr>Wingdings 3</vt:lpstr>
      <vt:lpstr>Facet</vt:lpstr>
      <vt:lpstr>Facet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v b</dc:creator>
  <dc:description/>
  <cp:lastModifiedBy>lenovo</cp:lastModifiedBy>
  <cp:revision>35</cp:revision>
  <cp:lastPrinted>2022-08-20T08:09:49Z</cp:lastPrinted>
  <dcterms:created xsi:type="dcterms:W3CDTF">2017-10-25T08:22:14Z</dcterms:created>
  <dcterms:modified xsi:type="dcterms:W3CDTF">2026-03-31T14:38:16Z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10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10</vt:i4>
  </property>
</Properties>
</file>